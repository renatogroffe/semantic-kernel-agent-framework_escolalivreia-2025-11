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314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2" r:id="rId22"/>
    <p:sldId id="323" r:id="rId23"/>
    <p:sldId id="309" r:id="rId24"/>
    <p:sldId id="324" r:id="rId25"/>
    <p:sldId id="310" r:id="rId26"/>
    <p:sldId id="311" r:id="rId27"/>
  </p:sldIdLst>
  <p:sldSz cx="9144000" cy="5143500" type="screen16x9"/>
  <p:notesSz cx="6858000" cy="9144000"/>
  <p:embeddedFontLst>
    <p:embeddedFont>
      <p:font typeface="Nunito Sans" pitchFamily="2" charset="0"/>
      <p:regular r:id="rId29"/>
      <p:bold r:id="rId30"/>
      <p:italic r:id="rId31"/>
      <p:boldItalic r:id="rId32"/>
    </p:embeddedFont>
    <p:embeddedFont>
      <p:font typeface="Nunito Sans Medium" panose="020B0604020202020204" charset="0"/>
      <p:regular r:id="rId33"/>
      <p:bold r:id="rId34"/>
      <p:italic r:id="rId35"/>
      <p:boldItalic r:id="rId36"/>
    </p:embeddedFont>
    <p:embeddedFont>
      <p:font typeface="Nunito Sans SemiBold" pitchFamily="2" charset="0"/>
      <p:regular r:id="rId37"/>
      <p:bold r:id="rId38"/>
      <p:italic r:id="rId39"/>
      <p:boldItalic r:id="rId40"/>
    </p:embeddedFont>
    <p:embeddedFont>
      <p:font typeface="Open Sans" panose="020B0606030504020204" pitchFamily="34" charset="0"/>
      <p:regular r:id="rId41"/>
      <p:bold r:id="rId42"/>
      <p:italic r:id="rId43"/>
      <p:boldItalic r:id="rId44"/>
    </p:embeddedFont>
    <p:embeddedFont>
      <p:font typeface="Open Sans Medium" panose="020B0604020202020204" charset="0"/>
      <p:regular r:id="rId45"/>
      <p:bold r:id="rId46"/>
      <p:italic r:id="rId47"/>
      <p:boldItalic r:id="rId48"/>
    </p:embeddedFont>
    <p:embeddedFont>
      <p:font typeface="Roboto" panose="02000000000000000000" pitchFamily="2" charset="0"/>
      <p:regular r:id="rId49"/>
      <p:bold r:id="rId50"/>
      <p:italic r:id="rId51"/>
      <p:boldItalic r:id="rId52"/>
    </p:embeddedFont>
    <p:embeddedFont>
      <p:font typeface="Roboto Medium" panose="02000000000000000000" pitchFamily="2" charset="0"/>
      <p:regular r:id="rId53"/>
      <p:bold r:id="rId54"/>
      <p:italic r:id="rId55"/>
      <p:boldItalic r:id="rId56"/>
    </p:embeddedFont>
    <p:embeddedFont>
      <p:font typeface="Segoe UI Light" panose="020B0502040204020203" pitchFamily="34" charset="0"/>
      <p:regular r:id="rId57"/>
      <p: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94" roundtripDataSignature="AMtx7mi/CoXOhsviEDhjTb2x8bGU6Vh7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00ED1F-302A-44E3-A5D3-5D9925F5315D}" v="754" dt="2025-11-29T14:11:49.7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font" Target="fonts/font19.fntdata"/><Relationship Id="rId50" Type="http://schemas.openxmlformats.org/officeDocument/2006/relationships/font" Target="fonts/font22.fntdata"/><Relationship Id="rId55" Type="http://schemas.openxmlformats.org/officeDocument/2006/relationships/font" Target="fonts/font27.fntdata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53" Type="http://schemas.openxmlformats.org/officeDocument/2006/relationships/font" Target="fonts/font25.fntdata"/><Relationship Id="rId58" Type="http://schemas.openxmlformats.org/officeDocument/2006/relationships/font" Target="fonts/font30.fntdata"/><Relationship Id="rId5" Type="http://schemas.openxmlformats.org/officeDocument/2006/relationships/slide" Target="slides/slide4.xml"/><Relationship Id="rId95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48" Type="http://schemas.openxmlformats.org/officeDocument/2006/relationships/font" Target="fonts/font20.fntdata"/><Relationship Id="rId56" Type="http://schemas.openxmlformats.org/officeDocument/2006/relationships/font" Target="fonts/font28.fntdata"/><Relationship Id="rId8" Type="http://schemas.openxmlformats.org/officeDocument/2006/relationships/slide" Target="slides/slide7.xml"/><Relationship Id="rId51" Type="http://schemas.openxmlformats.org/officeDocument/2006/relationships/font" Target="fonts/font23.fntdata"/><Relationship Id="rId98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font" Target="fonts/font13.fntdata"/><Relationship Id="rId54" Type="http://schemas.openxmlformats.org/officeDocument/2006/relationships/font" Target="fonts/font26.fntdata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49" Type="http://schemas.openxmlformats.org/officeDocument/2006/relationships/font" Target="fonts/font21.fntdata"/><Relationship Id="rId57" Type="http://schemas.openxmlformats.org/officeDocument/2006/relationships/font" Target="fonts/font29.fntdata"/><Relationship Id="rId10" Type="http://schemas.openxmlformats.org/officeDocument/2006/relationships/slide" Target="slides/slide9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52" Type="http://schemas.openxmlformats.org/officeDocument/2006/relationships/font" Target="fonts/font24.fntdata"/><Relationship Id="rId94" Type="http://customschemas.google.com/relationships/presentationmetadata" Target="metadata"/><Relationship Id="rId9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Kjtsn-RqZG2ov20zcJAd4VDAvv0_2vAfh6ghRhnK2GY/edit?tab=t.0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Kjtsn-RqZG2ov20zcJAd4VDAvv0_2vAfh6ghRhnK2GY/edit?tab=t.0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Doc Suporte / Script da Aula (Géo) -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Clique aqui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b="1">
                <a:solidFill>
                  <a:schemeClr val="dk1"/>
                </a:solidFill>
              </a:rPr>
              <a:t>Respeito</a:t>
            </a:r>
            <a:r>
              <a:rPr lang="pt-BR">
                <a:solidFill>
                  <a:schemeClr val="dk1"/>
                </a:solidFill>
              </a:rPr>
              <a:t>: Tratar todos com igualdade e valorização, independentemente de origem, raça, gênero, religião, orientação sexual ou nível de conhecimento.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b="1">
                <a:solidFill>
                  <a:schemeClr val="dk1"/>
                </a:solidFill>
              </a:rPr>
              <a:t>Colaboração</a:t>
            </a:r>
            <a:r>
              <a:rPr lang="pt-BR">
                <a:solidFill>
                  <a:schemeClr val="dk1"/>
                </a:solidFill>
              </a:rPr>
              <a:t>: Acreditamos no poder do trabalho em equipe e da rede de apoio entre alunos, professores, voluntários e a comunidade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b="1">
                <a:solidFill>
                  <a:schemeClr val="dk1"/>
                </a:solidFill>
              </a:rPr>
              <a:t>Diversidade e Inclusão</a:t>
            </a:r>
            <a:r>
              <a:rPr lang="pt-BR">
                <a:solidFill>
                  <a:schemeClr val="dk1"/>
                </a:solidFill>
              </a:rPr>
              <a:t>: Celebrar e valorizar diferentes perspectivas e criar um ambiente acolhedor e de aprendizado para todos.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b="1">
                <a:solidFill>
                  <a:schemeClr val="dk1"/>
                </a:solidFill>
              </a:rPr>
              <a:t>Ética</a:t>
            </a:r>
            <a:r>
              <a:rPr lang="pt-BR">
                <a:solidFill>
                  <a:schemeClr val="dk1"/>
                </a:solidFill>
              </a:rPr>
              <a:t>: Ensinar e praticar o uso responsável e transparente da inteligência artificial e dos dados.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b="1">
                <a:solidFill>
                  <a:schemeClr val="dk1"/>
                </a:solidFill>
              </a:rPr>
              <a:t>Acessibilidade</a:t>
            </a:r>
            <a:r>
              <a:rPr lang="pt-BR">
                <a:solidFill>
                  <a:schemeClr val="dk1"/>
                </a:solidFill>
              </a:rPr>
              <a:t>: Garantir que o ensino de IA e dados seja acessível a todos, independentemente de condições financeiras ou sociais.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b="1">
                <a:solidFill>
                  <a:schemeClr val="dk1"/>
                </a:solidFill>
              </a:rPr>
              <a:t>Respeito</a:t>
            </a:r>
            <a:r>
              <a:rPr lang="pt-BR">
                <a:solidFill>
                  <a:schemeClr val="dk1"/>
                </a:solidFill>
              </a:rPr>
              <a:t>: Tratar todos com igualdade e valorização, independentemente de origem, raça, gênero, religião, orientação sexual ou nível de conhecimento.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b="1">
                <a:solidFill>
                  <a:schemeClr val="dk1"/>
                </a:solidFill>
              </a:rPr>
              <a:t>Colaboração</a:t>
            </a:r>
            <a:r>
              <a:rPr lang="pt-BR">
                <a:solidFill>
                  <a:schemeClr val="dk1"/>
                </a:solidFill>
              </a:rPr>
              <a:t>: Acreditamos no poder do trabalho em equipe e da rede de apoio entre alunos, professores, voluntários e a comunidade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b="1">
                <a:solidFill>
                  <a:schemeClr val="dk1"/>
                </a:solidFill>
              </a:rPr>
              <a:t>Diversidade e Inclusão</a:t>
            </a:r>
            <a:r>
              <a:rPr lang="pt-BR">
                <a:solidFill>
                  <a:schemeClr val="dk1"/>
                </a:solidFill>
              </a:rPr>
              <a:t>: Celebrar e valorizar diferentes perspectivas e criar um ambiente acolhedor e de aprendizado para todos.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b="1">
                <a:solidFill>
                  <a:schemeClr val="dk1"/>
                </a:solidFill>
              </a:rPr>
              <a:t>Ética</a:t>
            </a:r>
            <a:r>
              <a:rPr lang="pt-BR">
                <a:solidFill>
                  <a:schemeClr val="dk1"/>
                </a:solidFill>
              </a:rPr>
              <a:t>: Ensinar e praticar o uso responsável e transparente da inteligência artificial e dos dados.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b="1">
                <a:solidFill>
                  <a:schemeClr val="dk1"/>
                </a:solidFill>
              </a:rPr>
              <a:t>Acessibilidade</a:t>
            </a:r>
            <a:r>
              <a:rPr lang="pt-BR">
                <a:solidFill>
                  <a:schemeClr val="dk1"/>
                </a:solidFill>
              </a:rPr>
              <a:t>: Garantir que o ensino de IA e dados seja acessível a todos, independentemente de condições financeiras ou sociais.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1° Aula - Airton Lopes, Rafael Coronel, Luiz Andrade - 03/10/2018 - Estação Ra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2° Aula - Airton Lopes, Rafael Coronel - 21/11/2018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3° Aula - Diego Menescal, Rufo Paganini e Luiz Andrade - 12/12/2018 GPA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4° A disso foi na Lambada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Temos dois GitHub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- School Of Ai - https://github.com/SchoolOfAISaoPaulo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- Escola Livre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BR"/>
              <a:t>Andreia comentar o que ela enxerga / espera da escola para 25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BR"/>
              <a:t>Géo, se apresenta rapidamente e segue para o próximo Slide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b="1" i="1">
                <a:solidFill>
                  <a:schemeClr val="dk1"/>
                </a:solidFill>
              </a:rPr>
              <a:t>transformar a sociedade e mudar a vida de pessoas através do ensino de dados e inteligência artificial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Pensar em 3, 6, 8 e 12 meses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Pensar em 3, 6, 8 e 12 meses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>
          <a:extLst>
            <a:ext uri="{FF2B5EF4-FFF2-40B4-BE49-F238E27FC236}">
              <a16:creationId xmlns:a16="http://schemas.microsoft.com/office/drawing/2014/main" id="{5CBB56BC-8162-C01E-C4DE-C48669760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7ec1e26afe_0_48:notes">
            <a:extLst>
              <a:ext uri="{FF2B5EF4-FFF2-40B4-BE49-F238E27FC236}">
                <a16:creationId xmlns:a16="http://schemas.microsoft.com/office/drawing/2014/main" id="{50B54FEE-6338-BE26-7641-5F565E3ED5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37ec1e26afe_0_48:notes">
            <a:extLst>
              <a:ext uri="{FF2B5EF4-FFF2-40B4-BE49-F238E27FC236}">
                <a16:creationId xmlns:a16="http://schemas.microsoft.com/office/drawing/2014/main" id="{248DF3A6-6561-F880-3A3D-0D3CC142DB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Pensar em 3, 6, 8 e 12 meses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184999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>
          <a:extLst>
            <a:ext uri="{FF2B5EF4-FFF2-40B4-BE49-F238E27FC236}">
              <a16:creationId xmlns:a16="http://schemas.microsoft.com/office/drawing/2014/main" id="{F56A0E56-BD29-6ACC-AC0A-4F2D09F34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7ec1e26afe_0_48:notes">
            <a:extLst>
              <a:ext uri="{FF2B5EF4-FFF2-40B4-BE49-F238E27FC236}">
                <a16:creationId xmlns:a16="http://schemas.microsoft.com/office/drawing/2014/main" id="{93A89715-A093-C4E3-E4CB-411D0DF997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37ec1e26afe_0_48:notes">
            <a:extLst>
              <a:ext uri="{FF2B5EF4-FFF2-40B4-BE49-F238E27FC236}">
                <a16:creationId xmlns:a16="http://schemas.microsoft.com/office/drawing/2014/main" id="{905AC650-AB20-DF96-FD3D-93FDCE863C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Pensar em 3, 6, 8 e 12 meses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585252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>
          <a:extLst>
            <a:ext uri="{FF2B5EF4-FFF2-40B4-BE49-F238E27FC236}">
              <a16:creationId xmlns:a16="http://schemas.microsoft.com/office/drawing/2014/main" id="{D48B2998-57E9-4444-D22A-0FA65131F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7ec1e26afe_0_48:notes">
            <a:extLst>
              <a:ext uri="{FF2B5EF4-FFF2-40B4-BE49-F238E27FC236}">
                <a16:creationId xmlns:a16="http://schemas.microsoft.com/office/drawing/2014/main" id="{CAF717EF-7F8F-63E4-AD68-8084B75913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37ec1e26afe_0_48:notes">
            <a:extLst>
              <a:ext uri="{FF2B5EF4-FFF2-40B4-BE49-F238E27FC236}">
                <a16:creationId xmlns:a16="http://schemas.microsoft.com/office/drawing/2014/main" id="{8F100803-C471-F6F5-42C1-C12B8105F9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Pensar em 3, 6, 8 e 12 meses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251397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>
          <a:extLst>
            <a:ext uri="{FF2B5EF4-FFF2-40B4-BE49-F238E27FC236}">
              <a16:creationId xmlns:a16="http://schemas.microsoft.com/office/drawing/2014/main" id="{261C1FC3-36E6-E7C3-DDF7-ADB300D99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7ec1e26afe_0_48:notes">
            <a:extLst>
              <a:ext uri="{FF2B5EF4-FFF2-40B4-BE49-F238E27FC236}">
                <a16:creationId xmlns:a16="http://schemas.microsoft.com/office/drawing/2014/main" id="{3D1275AF-12A3-2B79-CA74-E5D204344A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37ec1e26afe_0_48:notes">
            <a:extLst>
              <a:ext uri="{FF2B5EF4-FFF2-40B4-BE49-F238E27FC236}">
                <a16:creationId xmlns:a16="http://schemas.microsoft.com/office/drawing/2014/main" id="{79825D37-F5B7-1088-3739-675A125895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Pensar em 3, 6, 8 e 12 meses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679986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>
          <a:extLst>
            <a:ext uri="{FF2B5EF4-FFF2-40B4-BE49-F238E27FC236}">
              <a16:creationId xmlns:a16="http://schemas.microsoft.com/office/drawing/2014/main" id="{4F4D25E8-31D0-02EA-B8FA-87003A83C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7ec1e26afe_0_48:notes">
            <a:extLst>
              <a:ext uri="{FF2B5EF4-FFF2-40B4-BE49-F238E27FC236}">
                <a16:creationId xmlns:a16="http://schemas.microsoft.com/office/drawing/2014/main" id="{D21F11C3-CBCD-3713-715F-FB3CF4ED6B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37ec1e26afe_0_48:notes">
            <a:extLst>
              <a:ext uri="{FF2B5EF4-FFF2-40B4-BE49-F238E27FC236}">
                <a16:creationId xmlns:a16="http://schemas.microsoft.com/office/drawing/2014/main" id="{A216A209-2212-1496-2D69-9D502EF863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Pensar em 3, 6, 8 e 12 meses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022559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>
          <a:extLst>
            <a:ext uri="{FF2B5EF4-FFF2-40B4-BE49-F238E27FC236}">
              <a16:creationId xmlns:a16="http://schemas.microsoft.com/office/drawing/2014/main" id="{A3E6031E-CD77-1751-3E70-F50651C1F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7ec1e26afe_0_48:notes">
            <a:extLst>
              <a:ext uri="{FF2B5EF4-FFF2-40B4-BE49-F238E27FC236}">
                <a16:creationId xmlns:a16="http://schemas.microsoft.com/office/drawing/2014/main" id="{AA83AD80-26BE-5B8A-4BD9-D05C3E90D1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37ec1e26afe_0_48:notes">
            <a:extLst>
              <a:ext uri="{FF2B5EF4-FFF2-40B4-BE49-F238E27FC236}">
                <a16:creationId xmlns:a16="http://schemas.microsoft.com/office/drawing/2014/main" id="{C9BC8C67-0DEA-3D94-5808-61EF1C31AC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Pensar em 3, 6, 8 e 12 meses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732880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>
          <a:extLst>
            <a:ext uri="{FF2B5EF4-FFF2-40B4-BE49-F238E27FC236}">
              <a16:creationId xmlns:a16="http://schemas.microsoft.com/office/drawing/2014/main" id="{D571739E-BE89-7D50-A194-504433EC3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7ec1e26afe_0_48:notes">
            <a:extLst>
              <a:ext uri="{FF2B5EF4-FFF2-40B4-BE49-F238E27FC236}">
                <a16:creationId xmlns:a16="http://schemas.microsoft.com/office/drawing/2014/main" id="{86A7CBFC-3A41-375E-3118-731AE5B4FF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37ec1e26afe_0_48:notes">
            <a:extLst>
              <a:ext uri="{FF2B5EF4-FFF2-40B4-BE49-F238E27FC236}">
                <a16:creationId xmlns:a16="http://schemas.microsoft.com/office/drawing/2014/main" id="{A194A843-40AE-1BD1-E7F7-FE8FBF907E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Pensar em 3, 6, 8 e 12 meses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584521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>
          <a:extLst>
            <a:ext uri="{FF2B5EF4-FFF2-40B4-BE49-F238E27FC236}">
              <a16:creationId xmlns:a16="http://schemas.microsoft.com/office/drawing/2014/main" id="{E28424F7-9F9E-BEE8-7E33-E277F61F4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7ec1e26afe_0_48:notes">
            <a:extLst>
              <a:ext uri="{FF2B5EF4-FFF2-40B4-BE49-F238E27FC236}">
                <a16:creationId xmlns:a16="http://schemas.microsoft.com/office/drawing/2014/main" id="{D73A2B0A-1008-DB0B-E695-1DE90A66C7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37ec1e26afe_0_48:notes">
            <a:extLst>
              <a:ext uri="{FF2B5EF4-FFF2-40B4-BE49-F238E27FC236}">
                <a16:creationId xmlns:a16="http://schemas.microsoft.com/office/drawing/2014/main" id="{ADF89BA8-268D-C1FC-DB4B-28F525FB7E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Pensar em 3, 6, 8 e 12 meses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84121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>
          <a:extLst>
            <a:ext uri="{FF2B5EF4-FFF2-40B4-BE49-F238E27FC236}">
              <a16:creationId xmlns:a16="http://schemas.microsoft.com/office/drawing/2014/main" id="{5D0A0952-2058-C414-4294-7D46BC384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7ec1e26afe_0_48:notes">
            <a:extLst>
              <a:ext uri="{FF2B5EF4-FFF2-40B4-BE49-F238E27FC236}">
                <a16:creationId xmlns:a16="http://schemas.microsoft.com/office/drawing/2014/main" id="{FABE7184-E027-EE2B-1756-05CF5244BA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37ec1e26afe_0_48:notes">
            <a:extLst>
              <a:ext uri="{FF2B5EF4-FFF2-40B4-BE49-F238E27FC236}">
                <a16:creationId xmlns:a16="http://schemas.microsoft.com/office/drawing/2014/main" id="{00724E93-E5E5-BCA5-961A-7D8DEAF35F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Pensar em 3, 6, 8 e 12 meses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871258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>
          <a:extLst>
            <a:ext uri="{FF2B5EF4-FFF2-40B4-BE49-F238E27FC236}">
              <a16:creationId xmlns:a16="http://schemas.microsoft.com/office/drawing/2014/main" id="{E2C22751-031C-344D-6282-8D7F7CE7E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7ec1e26afe_0_48:notes">
            <a:extLst>
              <a:ext uri="{FF2B5EF4-FFF2-40B4-BE49-F238E27FC236}">
                <a16:creationId xmlns:a16="http://schemas.microsoft.com/office/drawing/2014/main" id="{F29B454D-75C8-875E-6657-1A9F9ED084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37ec1e26afe_0_48:notes">
            <a:extLst>
              <a:ext uri="{FF2B5EF4-FFF2-40B4-BE49-F238E27FC236}">
                <a16:creationId xmlns:a16="http://schemas.microsoft.com/office/drawing/2014/main" id="{5E89EF2D-EFD3-B71A-B057-7C4D88804B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Pensar em 3, 6, 8 e 12 meses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784226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2" name="Google Shape;73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Pensar em 3, 6, 8 e 12 meses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>
          <a:extLst>
            <a:ext uri="{FF2B5EF4-FFF2-40B4-BE49-F238E27FC236}">
              <a16:creationId xmlns:a16="http://schemas.microsoft.com/office/drawing/2014/main" id="{FABC219B-0528-8D85-A3BB-1AAF74729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16:notes">
            <a:extLst>
              <a:ext uri="{FF2B5EF4-FFF2-40B4-BE49-F238E27FC236}">
                <a16:creationId xmlns:a16="http://schemas.microsoft.com/office/drawing/2014/main" id="{2537022C-6A20-80E0-8473-F71AEDEEED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2" name="Google Shape;732;p16:notes">
            <a:extLst>
              <a:ext uri="{FF2B5EF4-FFF2-40B4-BE49-F238E27FC236}">
                <a16:creationId xmlns:a16="http://schemas.microsoft.com/office/drawing/2014/main" id="{718AE7B2-5E9E-D466-DAA2-F19BC4C11F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Pensar em 3, 6, 8 e 12 meses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934779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8" name="Google Shape;73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Pensar em 3, 6, 8 e 12 meses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7" name="Google Shape;74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Doc Suporte / Script da Aula (Géo) -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Clique aqui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scolalivre-ia.com.br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2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2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2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6" name="Google Shape;46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3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12">
  <p:cSld name="CUSTOM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1"/>
          <p:cNvSpPr txBox="1"/>
          <p:nvPr/>
        </p:nvSpPr>
        <p:spPr>
          <a:xfrm>
            <a:off x="178350" y="81075"/>
            <a:ext cx="46692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 b="1" i="0" u="none" strike="noStrike" cap="none">
                <a:solidFill>
                  <a:srgbClr val="020A58"/>
                </a:solidFill>
                <a:latin typeface="Roboto"/>
                <a:ea typeface="Roboto"/>
                <a:cs typeface="Roboto"/>
                <a:sym typeface="Roboto"/>
              </a:rPr>
              <a:t>Título da Apresentação</a:t>
            </a:r>
            <a:endParaRPr sz="2200" b="1" i="0" u="none" strike="noStrike" cap="none">
              <a:solidFill>
                <a:srgbClr val="020A5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" name="Google Shape;53;p31"/>
          <p:cNvSpPr txBox="1"/>
          <p:nvPr/>
        </p:nvSpPr>
        <p:spPr>
          <a:xfrm>
            <a:off x="348575" y="697150"/>
            <a:ext cx="8633400" cy="41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Campo texto para o conteúdo</a:t>
            </a:r>
            <a:endParaRPr sz="18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1 1">
  <p:cSld name="CUSTOM_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32"/>
          <p:cNvGrpSpPr/>
          <p:nvPr/>
        </p:nvGrpSpPr>
        <p:grpSpPr>
          <a:xfrm>
            <a:off x="0" y="4988586"/>
            <a:ext cx="7271400" cy="86953"/>
            <a:chOff x="0" y="5015621"/>
            <a:chExt cx="7271400" cy="86953"/>
          </a:xfrm>
        </p:grpSpPr>
        <p:sp>
          <p:nvSpPr>
            <p:cNvPr id="56" name="Google Shape;56;p32"/>
            <p:cNvSpPr/>
            <p:nvPr/>
          </p:nvSpPr>
          <p:spPr>
            <a:xfrm>
              <a:off x="0" y="5075274"/>
              <a:ext cx="7271400" cy="273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32"/>
            <p:cNvSpPr/>
            <p:nvPr/>
          </p:nvSpPr>
          <p:spPr>
            <a:xfrm>
              <a:off x="0" y="5015621"/>
              <a:ext cx="7271400" cy="273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8" name="Google Shape;58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18142" y="99963"/>
            <a:ext cx="949648" cy="29054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2"/>
          <p:cNvSpPr txBox="1"/>
          <p:nvPr/>
        </p:nvSpPr>
        <p:spPr>
          <a:xfrm>
            <a:off x="5555100" y="4717331"/>
            <a:ext cx="3588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 i="0" u="none" strike="noStrike" cap="none">
                <a:solidFill>
                  <a:srgbClr val="434343"/>
                </a:solidFill>
                <a:latin typeface="Nunito Sans"/>
                <a:ea typeface="Nunito Sans"/>
                <a:cs typeface="Nunito Sans"/>
                <a:sym typeface="Nunito Sans"/>
              </a:rPr>
              <a:t>Inteligência Artificial ao alcance de todos.</a:t>
            </a:r>
            <a:endParaRPr sz="1100" b="0" i="1" u="none" strike="noStrike" cap="none">
              <a:solidFill>
                <a:srgbClr val="0000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0" name="Google Shape;60;p32"/>
          <p:cNvSpPr txBox="1"/>
          <p:nvPr/>
        </p:nvSpPr>
        <p:spPr>
          <a:xfrm>
            <a:off x="7218475" y="4873465"/>
            <a:ext cx="19257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1" u="none" strike="noStrike" cap="none">
                <a:solidFill>
                  <a:srgbClr val="3333FF"/>
                </a:solidFill>
                <a:uFill>
                  <a:noFill/>
                </a:uFill>
                <a:latin typeface="Nunito Sans SemiBold"/>
                <a:ea typeface="Nunito Sans SemiBold"/>
                <a:cs typeface="Nunito Sans SemiBold"/>
                <a:sym typeface="Nunito Sans SemiBol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www.escolalivre-ia.com.br</a:t>
            </a:r>
            <a:endParaRPr sz="1100" b="1" i="0" u="none" strike="noStrike" cap="none">
              <a:solidFill>
                <a:srgbClr val="3333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solidFill>
          <a:schemeClr val="accent5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33"/>
          <p:cNvGrpSpPr/>
          <p:nvPr/>
        </p:nvGrpSpPr>
        <p:grpSpPr>
          <a:xfrm>
            <a:off x="3" y="1362853"/>
            <a:ext cx="830992" cy="1847937"/>
            <a:chOff x="3" y="1439053"/>
            <a:chExt cx="830992" cy="1847937"/>
          </a:xfrm>
        </p:grpSpPr>
        <p:sp>
          <p:nvSpPr>
            <p:cNvPr id="63" name="Google Shape;63;p33"/>
            <p:cNvSpPr/>
            <p:nvPr/>
          </p:nvSpPr>
          <p:spPr>
            <a:xfrm>
              <a:off x="3" y="1598235"/>
              <a:ext cx="698630" cy="1537982"/>
            </a:xfrm>
            <a:custGeom>
              <a:avLst/>
              <a:gdLst/>
              <a:ahLst/>
              <a:cxnLst/>
              <a:rect l="l" t="t" r="r" b="b"/>
              <a:pathLst>
                <a:path w="14040" h="30908" extrusionOk="0">
                  <a:moveTo>
                    <a:pt x="0" y="0"/>
                  </a:moveTo>
                  <a:lnTo>
                    <a:pt x="0" y="135"/>
                  </a:lnTo>
                  <a:lnTo>
                    <a:pt x="303" y="236"/>
                  </a:lnTo>
                  <a:lnTo>
                    <a:pt x="606" y="371"/>
                  </a:lnTo>
                  <a:lnTo>
                    <a:pt x="1178" y="674"/>
                  </a:lnTo>
                  <a:lnTo>
                    <a:pt x="1549" y="842"/>
                  </a:lnTo>
                  <a:lnTo>
                    <a:pt x="1953" y="977"/>
                  </a:lnTo>
                  <a:lnTo>
                    <a:pt x="2761" y="1179"/>
                  </a:lnTo>
                  <a:lnTo>
                    <a:pt x="3703" y="1448"/>
                  </a:lnTo>
                  <a:lnTo>
                    <a:pt x="4613" y="1717"/>
                  </a:lnTo>
                  <a:lnTo>
                    <a:pt x="5522" y="2020"/>
                  </a:lnTo>
                  <a:lnTo>
                    <a:pt x="6397" y="2357"/>
                  </a:lnTo>
                  <a:lnTo>
                    <a:pt x="8215" y="3064"/>
                  </a:lnTo>
                  <a:lnTo>
                    <a:pt x="10067" y="3670"/>
                  </a:lnTo>
                  <a:lnTo>
                    <a:pt x="10976" y="3939"/>
                  </a:lnTo>
                  <a:lnTo>
                    <a:pt x="11885" y="4209"/>
                  </a:lnTo>
                  <a:lnTo>
                    <a:pt x="12794" y="4478"/>
                  </a:lnTo>
                  <a:lnTo>
                    <a:pt x="13703" y="4748"/>
                  </a:lnTo>
                  <a:lnTo>
                    <a:pt x="13703" y="4815"/>
                  </a:lnTo>
                  <a:lnTo>
                    <a:pt x="13737" y="4849"/>
                  </a:lnTo>
                  <a:lnTo>
                    <a:pt x="13770" y="4882"/>
                  </a:lnTo>
                  <a:lnTo>
                    <a:pt x="13669" y="5017"/>
                  </a:lnTo>
                  <a:lnTo>
                    <a:pt x="13568" y="5522"/>
                  </a:lnTo>
                  <a:lnTo>
                    <a:pt x="13400" y="6364"/>
                  </a:lnTo>
                  <a:lnTo>
                    <a:pt x="13164" y="7239"/>
                  </a:lnTo>
                  <a:lnTo>
                    <a:pt x="12895" y="8081"/>
                  </a:lnTo>
                  <a:lnTo>
                    <a:pt x="12626" y="8922"/>
                  </a:lnTo>
                  <a:lnTo>
                    <a:pt x="12053" y="10639"/>
                  </a:lnTo>
                  <a:lnTo>
                    <a:pt x="10841" y="14141"/>
                  </a:lnTo>
                  <a:lnTo>
                    <a:pt x="10235" y="15858"/>
                  </a:lnTo>
                  <a:lnTo>
                    <a:pt x="9562" y="17609"/>
                  </a:lnTo>
                  <a:lnTo>
                    <a:pt x="8989" y="19225"/>
                  </a:lnTo>
                  <a:lnTo>
                    <a:pt x="8383" y="20841"/>
                  </a:lnTo>
                  <a:lnTo>
                    <a:pt x="7272" y="24107"/>
                  </a:lnTo>
                  <a:lnTo>
                    <a:pt x="6161" y="27339"/>
                  </a:lnTo>
                  <a:lnTo>
                    <a:pt x="5017" y="30605"/>
                  </a:lnTo>
                  <a:lnTo>
                    <a:pt x="4680" y="30571"/>
                  </a:lnTo>
                  <a:lnTo>
                    <a:pt x="4411" y="30504"/>
                  </a:lnTo>
                  <a:lnTo>
                    <a:pt x="4175" y="30436"/>
                  </a:lnTo>
                  <a:lnTo>
                    <a:pt x="3703" y="30268"/>
                  </a:lnTo>
                  <a:lnTo>
                    <a:pt x="2693" y="29830"/>
                  </a:lnTo>
                  <a:lnTo>
                    <a:pt x="2222" y="29628"/>
                  </a:lnTo>
                  <a:lnTo>
                    <a:pt x="1717" y="29460"/>
                  </a:lnTo>
                  <a:lnTo>
                    <a:pt x="842" y="29191"/>
                  </a:lnTo>
                  <a:lnTo>
                    <a:pt x="0" y="28888"/>
                  </a:lnTo>
                  <a:lnTo>
                    <a:pt x="0" y="29224"/>
                  </a:lnTo>
                  <a:lnTo>
                    <a:pt x="505" y="29393"/>
                  </a:lnTo>
                  <a:lnTo>
                    <a:pt x="1044" y="29561"/>
                  </a:lnTo>
                  <a:lnTo>
                    <a:pt x="2087" y="29864"/>
                  </a:lnTo>
                  <a:lnTo>
                    <a:pt x="2559" y="30032"/>
                  </a:lnTo>
                  <a:lnTo>
                    <a:pt x="3030" y="30234"/>
                  </a:lnTo>
                  <a:lnTo>
                    <a:pt x="3501" y="30436"/>
                  </a:lnTo>
                  <a:lnTo>
                    <a:pt x="3973" y="30638"/>
                  </a:lnTo>
                  <a:lnTo>
                    <a:pt x="4444" y="30773"/>
                  </a:lnTo>
                  <a:lnTo>
                    <a:pt x="4714" y="30840"/>
                  </a:lnTo>
                  <a:lnTo>
                    <a:pt x="4848" y="30840"/>
                  </a:lnTo>
                  <a:lnTo>
                    <a:pt x="4983" y="30807"/>
                  </a:lnTo>
                  <a:lnTo>
                    <a:pt x="5017" y="30874"/>
                  </a:lnTo>
                  <a:lnTo>
                    <a:pt x="5118" y="30908"/>
                  </a:lnTo>
                  <a:lnTo>
                    <a:pt x="5185" y="30874"/>
                  </a:lnTo>
                  <a:lnTo>
                    <a:pt x="5252" y="30807"/>
                  </a:lnTo>
                  <a:lnTo>
                    <a:pt x="6330" y="27642"/>
                  </a:lnTo>
                  <a:lnTo>
                    <a:pt x="7407" y="24477"/>
                  </a:lnTo>
                  <a:lnTo>
                    <a:pt x="8484" y="21312"/>
                  </a:lnTo>
                  <a:lnTo>
                    <a:pt x="9057" y="19730"/>
                  </a:lnTo>
                  <a:lnTo>
                    <a:pt x="9663" y="18181"/>
                  </a:lnTo>
                  <a:lnTo>
                    <a:pt x="10302" y="16498"/>
                  </a:lnTo>
                  <a:lnTo>
                    <a:pt x="10908" y="14814"/>
                  </a:lnTo>
                  <a:lnTo>
                    <a:pt x="12053" y="11447"/>
                  </a:lnTo>
                  <a:lnTo>
                    <a:pt x="12626" y="9831"/>
                  </a:lnTo>
                  <a:lnTo>
                    <a:pt x="13198" y="8182"/>
                  </a:lnTo>
                  <a:lnTo>
                    <a:pt x="13434" y="7340"/>
                  </a:lnTo>
                  <a:lnTo>
                    <a:pt x="13669" y="6498"/>
                  </a:lnTo>
                  <a:lnTo>
                    <a:pt x="13838" y="5657"/>
                  </a:lnTo>
                  <a:lnTo>
                    <a:pt x="13905" y="4815"/>
                  </a:lnTo>
                  <a:lnTo>
                    <a:pt x="14006" y="4781"/>
                  </a:lnTo>
                  <a:lnTo>
                    <a:pt x="14040" y="4714"/>
                  </a:lnTo>
                  <a:lnTo>
                    <a:pt x="14006" y="4647"/>
                  </a:lnTo>
                  <a:lnTo>
                    <a:pt x="13939" y="4579"/>
                  </a:lnTo>
                  <a:lnTo>
                    <a:pt x="13063" y="4276"/>
                  </a:lnTo>
                  <a:lnTo>
                    <a:pt x="12154" y="4040"/>
                  </a:lnTo>
                  <a:lnTo>
                    <a:pt x="11279" y="3771"/>
                  </a:lnTo>
                  <a:lnTo>
                    <a:pt x="10370" y="3535"/>
                  </a:lnTo>
                  <a:lnTo>
                    <a:pt x="9393" y="3199"/>
                  </a:lnTo>
                  <a:lnTo>
                    <a:pt x="8417" y="2862"/>
                  </a:lnTo>
                  <a:lnTo>
                    <a:pt x="6464" y="2121"/>
                  </a:lnTo>
                  <a:lnTo>
                    <a:pt x="5555" y="1785"/>
                  </a:lnTo>
                  <a:lnTo>
                    <a:pt x="4680" y="1482"/>
                  </a:lnTo>
                  <a:lnTo>
                    <a:pt x="3771" y="1212"/>
                  </a:lnTo>
                  <a:lnTo>
                    <a:pt x="2828" y="977"/>
                  </a:lnTo>
                  <a:lnTo>
                    <a:pt x="2323" y="842"/>
                  </a:lnTo>
                  <a:lnTo>
                    <a:pt x="1818" y="707"/>
                  </a:lnTo>
                  <a:lnTo>
                    <a:pt x="1347" y="539"/>
                  </a:lnTo>
                  <a:lnTo>
                    <a:pt x="875" y="337"/>
                  </a:lnTo>
                  <a:lnTo>
                    <a:pt x="438" y="135"/>
                  </a:lnTo>
                  <a:lnTo>
                    <a:pt x="236" y="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33"/>
            <p:cNvSpPr/>
            <p:nvPr/>
          </p:nvSpPr>
          <p:spPr>
            <a:xfrm>
              <a:off x="211084" y="1586492"/>
              <a:ext cx="20153" cy="23536"/>
            </a:xfrm>
            <a:custGeom>
              <a:avLst/>
              <a:gdLst/>
              <a:ahLst/>
              <a:cxnLst/>
              <a:rect l="l" t="t" r="r" b="b"/>
              <a:pathLst>
                <a:path w="405" h="473" extrusionOk="0">
                  <a:moveTo>
                    <a:pt x="202" y="1"/>
                  </a:moveTo>
                  <a:lnTo>
                    <a:pt x="101" y="68"/>
                  </a:lnTo>
                  <a:lnTo>
                    <a:pt x="68" y="102"/>
                  </a:lnTo>
                  <a:lnTo>
                    <a:pt x="34" y="135"/>
                  </a:lnTo>
                  <a:lnTo>
                    <a:pt x="0" y="270"/>
                  </a:lnTo>
                  <a:lnTo>
                    <a:pt x="0" y="371"/>
                  </a:lnTo>
                  <a:lnTo>
                    <a:pt x="68" y="438"/>
                  </a:lnTo>
                  <a:lnTo>
                    <a:pt x="135" y="472"/>
                  </a:lnTo>
                  <a:lnTo>
                    <a:pt x="236" y="438"/>
                  </a:lnTo>
                  <a:lnTo>
                    <a:pt x="303" y="405"/>
                  </a:lnTo>
                  <a:lnTo>
                    <a:pt x="371" y="304"/>
                  </a:lnTo>
                  <a:lnTo>
                    <a:pt x="371" y="270"/>
                  </a:lnTo>
                  <a:lnTo>
                    <a:pt x="404" y="270"/>
                  </a:lnTo>
                  <a:lnTo>
                    <a:pt x="404" y="203"/>
                  </a:lnTo>
                  <a:lnTo>
                    <a:pt x="404" y="169"/>
                  </a:lnTo>
                  <a:lnTo>
                    <a:pt x="404" y="102"/>
                  </a:lnTo>
                  <a:lnTo>
                    <a:pt x="371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3"/>
            <p:cNvSpPr/>
            <p:nvPr/>
          </p:nvSpPr>
          <p:spPr>
            <a:xfrm>
              <a:off x="3" y="1439053"/>
              <a:ext cx="830992" cy="1847937"/>
            </a:xfrm>
            <a:custGeom>
              <a:avLst/>
              <a:gdLst/>
              <a:ahLst/>
              <a:cxnLst/>
              <a:rect l="l" t="t" r="r" b="b"/>
              <a:pathLst>
                <a:path w="16700" h="37137" extrusionOk="0">
                  <a:moveTo>
                    <a:pt x="0" y="1"/>
                  </a:moveTo>
                  <a:lnTo>
                    <a:pt x="0" y="169"/>
                  </a:lnTo>
                  <a:lnTo>
                    <a:pt x="505" y="270"/>
                  </a:lnTo>
                  <a:lnTo>
                    <a:pt x="976" y="439"/>
                  </a:lnTo>
                  <a:lnTo>
                    <a:pt x="1953" y="809"/>
                  </a:lnTo>
                  <a:lnTo>
                    <a:pt x="2592" y="1011"/>
                  </a:lnTo>
                  <a:lnTo>
                    <a:pt x="3232" y="1179"/>
                  </a:lnTo>
                  <a:lnTo>
                    <a:pt x="3872" y="1348"/>
                  </a:lnTo>
                  <a:lnTo>
                    <a:pt x="4512" y="1550"/>
                  </a:lnTo>
                  <a:lnTo>
                    <a:pt x="7171" y="2358"/>
                  </a:lnTo>
                  <a:lnTo>
                    <a:pt x="8484" y="2795"/>
                  </a:lnTo>
                  <a:lnTo>
                    <a:pt x="9831" y="3233"/>
                  </a:lnTo>
                  <a:lnTo>
                    <a:pt x="12019" y="4007"/>
                  </a:lnTo>
                  <a:lnTo>
                    <a:pt x="14242" y="4815"/>
                  </a:lnTo>
                  <a:lnTo>
                    <a:pt x="14747" y="4984"/>
                  </a:lnTo>
                  <a:lnTo>
                    <a:pt x="15252" y="5186"/>
                  </a:lnTo>
                  <a:lnTo>
                    <a:pt x="15757" y="5455"/>
                  </a:lnTo>
                  <a:lnTo>
                    <a:pt x="15959" y="5623"/>
                  </a:lnTo>
                  <a:lnTo>
                    <a:pt x="16194" y="5792"/>
                  </a:lnTo>
                  <a:lnTo>
                    <a:pt x="16329" y="5960"/>
                  </a:lnTo>
                  <a:lnTo>
                    <a:pt x="16396" y="6162"/>
                  </a:lnTo>
                  <a:lnTo>
                    <a:pt x="16430" y="6431"/>
                  </a:lnTo>
                  <a:lnTo>
                    <a:pt x="16430" y="6768"/>
                  </a:lnTo>
                  <a:lnTo>
                    <a:pt x="16430" y="7105"/>
                  </a:lnTo>
                  <a:lnTo>
                    <a:pt x="16363" y="7475"/>
                  </a:lnTo>
                  <a:lnTo>
                    <a:pt x="16228" y="8283"/>
                  </a:lnTo>
                  <a:lnTo>
                    <a:pt x="16026" y="9091"/>
                  </a:lnTo>
                  <a:lnTo>
                    <a:pt x="15790" y="9798"/>
                  </a:lnTo>
                  <a:lnTo>
                    <a:pt x="15487" y="10808"/>
                  </a:lnTo>
                  <a:lnTo>
                    <a:pt x="15285" y="11448"/>
                  </a:lnTo>
                  <a:lnTo>
                    <a:pt x="15083" y="12054"/>
                  </a:lnTo>
                  <a:lnTo>
                    <a:pt x="14612" y="13333"/>
                  </a:lnTo>
                  <a:lnTo>
                    <a:pt x="14141" y="14613"/>
                  </a:lnTo>
                  <a:lnTo>
                    <a:pt x="13703" y="15892"/>
                  </a:lnTo>
                  <a:lnTo>
                    <a:pt x="13299" y="17172"/>
                  </a:lnTo>
                  <a:lnTo>
                    <a:pt x="12929" y="18485"/>
                  </a:lnTo>
                  <a:lnTo>
                    <a:pt x="12525" y="19831"/>
                  </a:lnTo>
                  <a:lnTo>
                    <a:pt x="12120" y="21144"/>
                  </a:lnTo>
                  <a:lnTo>
                    <a:pt x="11211" y="23838"/>
                  </a:lnTo>
                  <a:lnTo>
                    <a:pt x="9326" y="29124"/>
                  </a:lnTo>
                  <a:lnTo>
                    <a:pt x="7508" y="34376"/>
                  </a:lnTo>
                  <a:lnTo>
                    <a:pt x="7340" y="34982"/>
                  </a:lnTo>
                  <a:lnTo>
                    <a:pt x="7138" y="35655"/>
                  </a:lnTo>
                  <a:lnTo>
                    <a:pt x="7003" y="35992"/>
                  </a:lnTo>
                  <a:lnTo>
                    <a:pt x="6835" y="36261"/>
                  </a:lnTo>
                  <a:lnTo>
                    <a:pt x="6599" y="36497"/>
                  </a:lnTo>
                  <a:lnTo>
                    <a:pt x="6498" y="36598"/>
                  </a:lnTo>
                  <a:lnTo>
                    <a:pt x="6363" y="36699"/>
                  </a:lnTo>
                  <a:lnTo>
                    <a:pt x="6161" y="36800"/>
                  </a:lnTo>
                  <a:lnTo>
                    <a:pt x="5926" y="36834"/>
                  </a:lnTo>
                  <a:lnTo>
                    <a:pt x="5690" y="36867"/>
                  </a:lnTo>
                  <a:lnTo>
                    <a:pt x="5454" y="36834"/>
                  </a:lnTo>
                  <a:lnTo>
                    <a:pt x="4983" y="36733"/>
                  </a:lnTo>
                  <a:lnTo>
                    <a:pt x="4512" y="36598"/>
                  </a:lnTo>
                  <a:lnTo>
                    <a:pt x="4074" y="36430"/>
                  </a:lnTo>
                  <a:lnTo>
                    <a:pt x="3670" y="36228"/>
                  </a:lnTo>
                  <a:lnTo>
                    <a:pt x="2794" y="35824"/>
                  </a:lnTo>
                  <a:lnTo>
                    <a:pt x="2525" y="35689"/>
                  </a:lnTo>
                  <a:lnTo>
                    <a:pt x="2222" y="35588"/>
                  </a:lnTo>
                  <a:lnTo>
                    <a:pt x="1616" y="35386"/>
                  </a:lnTo>
                  <a:lnTo>
                    <a:pt x="1010" y="35218"/>
                  </a:lnTo>
                  <a:lnTo>
                    <a:pt x="404" y="35049"/>
                  </a:lnTo>
                  <a:lnTo>
                    <a:pt x="202" y="34948"/>
                  </a:lnTo>
                  <a:lnTo>
                    <a:pt x="0" y="34847"/>
                  </a:lnTo>
                  <a:lnTo>
                    <a:pt x="0" y="35184"/>
                  </a:lnTo>
                  <a:lnTo>
                    <a:pt x="505" y="35386"/>
                  </a:lnTo>
                  <a:lnTo>
                    <a:pt x="1044" y="35554"/>
                  </a:lnTo>
                  <a:lnTo>
                    <a:pt x="1650" y="35756"/>
                  </a:lnTo>
                  <a:lnTo>
                    <a:pt x="2222" y="35992"/>
                  </a:lnTo>
                  <a:lnTo>
                    <a:pt x="2828" y="36228"/>
                  </a:lnTo>
                  <a:lnTo>
                    <a:pt x="3400" y="36497"/>
                  </a:lnTo>
                  <a:lnTo>
                    <a:pt x="3804" y="36665"/>
                  </a:lnTo>
                  <a:lnTo>
                    <a:pt x="4209" y="36834"/>
                  </a:lnTo>
                  <a:lnTo>
                    <a:pt x="4613" y="36968"/>
                  </a:lnTo>
                  <a:lnTo>
                    <a:pt x="5050" y="37103"/>
                  </a:lnTo>
                  <a:lnTo>
                    <a:pt x="5387" y="37137"/>
                  </a:lnTo>
                  <a:lnTo>
                    <a:pt x="5690" y="37137"/>
                  </a:lnTo>
                  <a:lnTo>
                    <a:pt x="6027" y="37103"/>
                  </a:lnTo>
                  <a:lnTo>
                    <a:pt x="6330" y="37002"/>
                  </a:lnTo>
                  <a:lnTo>
                    <a:pt x="6599" y="36867"/>
                  </a:lnTo>
                  <a:lnTo>
                    <a:pt x="6835" y="36665"/>
                  </a:lnTo>
                  <a:lnTo>
                    <a:pt x="7037" y="36430"/>
                  </a:lnTo>
                  <a:lnTo>
                    <a:pt x="7205" y="36093"/>
                  </a:lnTo>
                  <a:lnTo>
                    <a:pt x="7710" y="34679"/>
                  </a:lnTo>
                  <a:lnTo>
                    <a:pt x="8181" y="33265"/>
                  </a:lnTo>
                  <a:lnTo>
                    <a:pt x="9158" y="30437"/>
                  </a:lnTo>
                  <a:lnTo>
                    <a:pt x="11178" y="24747"/>
                  </a:lnTo>
                  <a:lnTo>
                    <a:pt x="12154" y="21885"/>
                  </a:lnTo>
                  <a:lnTo>
                    <a:pt x="12592" y="20471"/>
                  </a:lnTo>
                  <a:lnTo>
                    <a:pt x="13030" y="19023"/>
                  </a:lnTo>
                  <a:lnTo>
                    <a:pt x="13838" y="16296"/>
                  </a:lnTo>
                  <a:lnTo>
                    <a:pt x="14275" y="14949"/>
                  </a:lnTo>
                  <a:lnTo>
                    <a:pt x="14747" y="13636"/>
                  </a:lnTo>
                  <a:lnTo>
                    <a:pt x="15252" y="12256"/>
                  </a:lnTo>
                  <a:lnTo>
                    <a:pt x="15723" y="10842"/>
                  </a:lnTo>
                  <a:lnTo>
                    <a:pt x="16060" y="9765"/>
                  </a:lnTo>
                  <a:lnTo>
                    <a:pt x="16329" y="8957"/>
                  </a:lnTo>
                  <a:lnTo>
                    <a:pt x="16531" y="8048"/>
                  </a:lnTo>
                  <a:lnTo>
                    <a:pt x="16632" y="7610"/>
                  </a:lnTo>
                  <a:lnTo>
                    <a:pt x="16666" y="7172"/>
                  </a:lnTo>
                  <a:lnTo>
                    <a:pt x="16699" y="6734"/>
                  </a:lnTo>
                  <a:lnTo>
                    <a:pt x="16666" y="6364"/>
                  </a:lnTo>
                  <a:lnTo>
                    <a:pt x="16598" y="5994"/>
                  </a:lnTo>
                  <a:lnTo>
                    <a:pt x="16464" y="5691"/>
                  </a:lnTo>
                  <a:lnTo>
                    <a:pt x="16363" y="5556"/>
                  </a:lnTo>
                  <a:lnTo>
                    <a:pt x="16262" y="5455"/>
                  </a:lnTo>
                  <a:lnTo>
                    <a:pt x="16127" y="5354"/>
                  </a:lnTo>
                  <a:lnTo>
                    <a:pt x="15992" y="5287"/>
                  </a:lnTo>
                  <a:lnTo>
                    <a:pt x="14982" y="4815"/>
                  </a:lnTo>
                  <a:lnTo>
                    <a:pt x="14477" y="4613"/>
                  </a:lnTo>
                  <a:lnTo>
                    <a:pt x="13972" y="4445"/>
                  </a:lnTo>
                  <a:lnTo>
                    <a:pt x="12659" y="3974"/>
                  </a:lnTo>
                  <a:lnTo>
                    <a:pt x="11346" y="3502"/>
                  </a:lnTo>
                  <a:lnTo>
                    <a:pt x="9831" y="2964"/>
                  </a:lnTo>
                  <a:lnTo>
                    <a:pt x="8316" y="2492"/>
                  </a:lnTo>
                  <a:lnTo>
                    <a:pt x="5286" y="1516"/>
                  </a:lnTo>
                  <a:lnTo>
                    <a:pt x="3737" y="1078"/>
                  </a:lnTo>
                  <a:lnTo>
                    <a:pt x="2188" y="641"/>
                  </a:lnTo>
                  <a:lnTo>
                    <a:pt x="1650" y="439"/>
                  </a:lnTo>
                  <a:lnTo>
                    <a:pt x="1111" y="237"/>
                  </a:lnTo>
                  <a:lnTo>
                    <a:pt x="842" y="136"/>
                  </a:lnTo>
                  <a:lnTo>
                    <a:pt x="572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3"/>
          <p:cNvSpPr/>
          <p:nvPr/>
        </p:nvSpPr>
        <p:spPr>
          <a:xfrm>
            <a:off x="7570249" y="187589"/>
            <a:ext cx="830992" cy="847761"/>
          </a:xfrm>
          <a:custGeom>
            <a:avLst/>
            <a:gdLst/>
            <a:ahLst/>
            <a:cxnLst/>
            <a:rect l="l" t="t" r="r" b="b"/>
            <a:pathLst>
              <a:path w="16700" h="17037" extrusionOk="0">
                <a:moveTo>
                  <a:pt x="10471" y="169"/>
                </a:moveTo>
                <a:lnTo>
                  <a:pt x="10471" y="338"/>
                </a:lnTo>
                <a:lnTo>
                  <a:pt x="10538" y="472"/>
                </a:lnTo>
                <a:lnTo>
                  <a:pt x="10606" y="674"/>
                </a:lnTo>
                <a:lnTo>
                  <a:pt x="10336" y="775"/>
                </a:lnTo>
                <a:lnTo>
                  <a:pt x="10303" y="809"/>
                </a:lnTo>
                <a:lnTo>
                  <a:pt x="10202" y="641"/>
                </a:lnTo>
                <a:lnTo>
                  <a:pt x="10101" y="472"/>
                </a:lnTo>
                <a:lnTo>
                  <a:pt x="10269" y="338"/>
                </a:lnTo>
                <a:lnTo>
                  <a:pt x="10404" y="236"/>
                </a:lnTo>
                <a:lnTo>
                  <a:pt x="10471" y="169"/>
                </a:lnTo>
                <a:close/>
                <a:moveTo>
                  <a:pt x="10673" y="944"/>
                </a:moveTo>
                <a:lnTo>
                  <a:pt x="10673" y="1011"/>
                </a:lnTo>
                <a:lnTo>
                  <a:pt x="10707" y="1112"/>
                </a:lnTo>
                <a:lnTo>
                  <a:pt x="10774" y="1314"/>
                </a:lnTo>
                <a:lnTo>
                  <a:pt x="10673" y="1314"/>
                </a:lnTo>
                <a:lnTo>
                  <a:pt x="10336" y="1381"/>
                </a:lnTo>
                <a:lnTo>
                  <a:pt x="10303" y="1213"/>
                </a:lnTo>
                <a:lnTo>
                  <a:pt x="10269" y="1078"/>
                </a:lnTo>
                <a:lnTo>
                  <a:pt x="10404" y="1045"/>
                </a:lnTo>
                <a:lnTo>
                  <a:pt x="10673" y="944"/>
                </a:lnTo>
                <a:close/>
                <a:moveTo>
                  <a:pt x="10942" y="1516"/>
                </a:moveTo>
                <a:lnTo>
                  <a:pt x="11043" y="1617"/>
                </a:lnTo>
                <a:lnTo>
                  <a:pt x="11481" y="2055"/>
                </a:lnTo>
                <a:lnTo>
                  <a:pt x="11717" y="2290"/>
                </a:lnTo>
                <a:lnTo>
                  <a:pt x="11919" y="2526"/>
                </a:lnTo>
                <a:lnTo>
                  <a:pt x="11649" y="2627"/>
                </a:lnTo>
                <a:lnTo>
                  <a:pt x="11346" y="2694"/>
                </a:lnTo>
                <a:lnTo>
                  <a:pt x="10740" y="2829"/>
                </a:lnTo>
                <a:lnTo>
                  <a:pt x="10404" y="2896"/>
                </a:lnTo>
                <a:lnTo>
                  <a:pt x="10235" y="2930"/>
                </a:lnTo>
                <a:lnTo>
                  <a:pt x="10101" y="3031"/>
                </a:lnTo>
                <a:lnTo>
                  <a:pt x="10168" y="2425"/>
                </a:lnTo>
                <a:lnTo>
                  <a:pt x="10303" y="1819"/>
                </a:lnTo>
                <a:lnTo>
                  <a:pt x="10336" y="1583"/>
                </a:lnTo>
                <a:lnTo>
                  <a:pt x="10505" y="1550"/>
                </a:lnTo>
                <a:lnTo>
                  <a:pt x="10808" y="1516"/>
                </a:lnTo>
                <a:close/>
                <a:moveTo>
                  <a:pt x="12087" y="2728"/>
                </a:moveTo>
                <a:lnTo>
                  <a:pt x="12255" y="2964"/>
                </a:lnTo>
                <a:lnTo>
                  <a:pt x="11582" y="3199"/>
                </a:lnTo>
                <a:lnTo>
                  <a:pt x="10942" y="3368"/>
                </a:lnTo>
                <a:lnTo>
                  <a:pt x="10505" y="3502"/>
                </a:lnTo>
                <a:lnTo>
                  <a:pt x="10067" y="3637"/>
                </a:lnTo>
                <a:lnTo>
                  <a:pt x="10101" y="3199"/>
                </a:lnTo>
                <a:lnTo>
                  <a:pt x="10303" y="3166"/>
                </a:lnTo>
                <a:lnTo>
                  <a:pt x="10505" y="3132"/>
                </a:lnTo>
                <a:lnTo>
                  <a:pt x="10942" y="3031"/>
                </a:lnTo>
                <a:lnTo>
                  <a:pt x="11515" y="2896"/>
                </a:lnTo>
                <a:lnTo>
                  <a:pt x="11818" y="2829"/>
                </a:lnTo>
                <a:lnTo>
                  <a:pt x="12087" y="2728"/>
                </a:lnTo>
                <a:close/>
                <a:moveTo>
                  <a:pt x="12525" y="3098"/>
                </a:moveTo>
                <a:lnTo>
                  <a:pt x="12626" y="3671"/>
                </a:lnTo>
                <a:lnTo>
                  <a:pt x="12760" y="4243"/>
                </a:lnTo>
                <a:lnTo>
                  <a:pt x="13063" y="5320"/>
                </a:lnTo>
                <a:lnTo>
                  <a:pt x="13265" y="5994"/>
                </a:lnTo>
                <a:lnTo>
                  <a:pt x="13535" y="6633"/>
                </a:lnTo>
                <a:lnTo>
                  <a:pt x="13804" y="7273"/>
                </a:lnTo>
                <a:lnTo>
                  <a:pt x="14040" y="7913"/>
                </a:lnTo>
                <a:lnTo>
                  <a:pt x="14242" y="8519"/>
                </a:lnTo>
                <a:lnTo>
                  <a:pt x="14410" y="9159"/>
                </a:lnTo>
                <a:lnTo>
                  <a:pt x="14679" y="10404"/>
                </a:lnTo>
                <a:lnTo>
                  <a:pt x="14780" y="10876"/>
                </a:lnTo>
                <a:lnTo>
                  <a:pt x="14881" y="11347"/>
                </a:lnTo>
                <a:lnTo>
                  <a:pt x="15016" y="11818"/>
                </a:lnTo>
                <a:lnTo>
                  <a:pt x="15117" y="12020"/>
                </a:lnTo>
                <a:lnTo>
                  <a:pt x="15252" y="12222"/>
                </a:lnTo>
                <a:lnTo>
                  <a:pt x="14612" y="12458"/>
                </a:lnTo>
                <a:lnTo>
                  <a:pt x="13939" y="12660"/>
                </a:lnTo>
                <a:lnTo>
                  <a:pt x="13333" y="12828"/>
                </a:lnTo>
                <a:lnTo>
                  <a:pt x="12996" y="12929"/>
                </a:lnTo>
                <a:lnTo>
                  <a:pt x="12727" y="13030"/>
                </a:lnTo>
                <a:lnTo>
                  <a:pt x="12592" y="12458"/>
                </a:lnTo>
                <a:lnTo>
                  <a:pt x="12457" y="11919"/>
                </a:lnTo>
                <a:lnTo>
                  <a:pt x="12154" y="10808"/>
                </a:lnTo>
                <a:lnTo>
                  <a:pt x="11818" y="9563"/>
                </a:lnTo>
                <a:lnTo>
                  <a:pt x="11616" y="8923"/>
                </a:lnTo>
                <a:lnTo>
                  <a:pt x="11414" y="8317"/>
                </a:lnTo>
                <a:lnTo>
                  <a:pt x="11010" y="7239"/>
                </a:lnTo>
                <a:lnTo>
                  <a:pt x="10808" y="6667"/>
                </a:lnTo>
                <a:lnTo>
                  <a:pt x="10639" y="6128"/>
                </a:lnTo>
                <a:lnTo>
                  <a:pt x="10471" y="5590"/>
                </a:lnTo>
                <a:lnTo>
                  <a:pt x="10269" y="5051"/>
                </a:lnTo>
                <a:lnTo>
                  <a:pt x="10101" y="4479"/>
                </a:lnTo>
                <a:lnTo>
                  <a:pt x="9932" y="3940"/>
                </a:lnTo>
                <a:lnTo>
                  <a:pt x="9966" y="3906"/>
                </a:lnTo>
                <a:lnTo>
                  <a:pt x="10572" y="3704"/>
                </a:lnTo>
                <a:lnTo>
                  <a:pt x="11178" y="3536"/>
                </a:lnTo>
                <a:lnTo>
                  <a:pt x="11885" y="3368"/>
                </a:lnTo>
                <a:lnTo>
                  <a:pt x="12222" y="3233"/>
                </a:lnTo>
                <a:lnTo>
                  <a:pt x="12525" y="3098"/>
                </a:lnTo>
                <a:close/>
                <a:moveTo>
                  <a:pt x="15353" y="12492"/>
                </a:moveTo>
                <a:lnTo>
                  <a:pt x="15386" y="12761"/>
                </a:lnTo>
                <a:lnTo>
                  <a:pt x="15454" y="12997"/>
                </a:lnTo>
                <a:lnTo>
                  <a:pt x="15622" y="13535"/>
                </a:lnTo>
                <a:lnTo>
                  <a:pt x="15521" y="13502"/>
                </a:lnTo>
                <a:lnTo>
                  <a:pt x="15420" y="13502"/>
                </a:lnTo>
                <a:lnTo>
                  <a:pt x="15117" y="13535"/>
                </a:lnTo>
                <a:lnTo>
                  <a:pt x="14646" y="13670"/>
                </a:lnTo>
                <a:lnTo>
                  <a:pt x="13972" y="13872"/>
                </a:lnTo>
                <a:lnTo>
                  <a:pt x="13535" y="13973"/>
                </a:lnTo>
                <a:lnTo>
                  <a:pt x="13265" y="14040"/>
                </a:lnTo>
                <a:lnTo>
                  <a:pt x="13164" y="13805"/>
                </a:lnTo>
                <a:lnTo>
                  <a:pt x="13097" y="13569"/>
                </a:lnTo>
                <a:lnTo>
                  <a:pt x="12996" y="13367"/>
                </a:lnTo>
                <a:lnTo>
                  <a:pt x="12861" y="13199"/>
                </a:lnTo>
                <a:lnTo>
                  <a:pt x="13097" y="13165"/>
                </a:lnTo>
                <a:lnTo>
                  <a:pt x="13366" y="13098"/>
                </a:lnTo>
                <a:lnTo>
                  <a:pt x="13838" y="12963"/>
                </a:lnTo>
                <a:lnTo>
                  <a:pt x="14612" y="12727"/>
                </a:lnTo>
                <a:lnTo>
                  <a:pt x="15353" y="12492"/>
                </a:lnTo>
                <a:close/>
                <a:moveTo>
                  <a:pt x="337" y="11886"/>
                </a:moveTo>
                <a:lnTo>
                  <a:pt x="472" y="12155"/>
                </a:lnTo>
                <a:lnTo>
                  <a:pt x="674" y="12357"/>
                </a:lnTo>
                <a:lnTo>
                  <a:pt x="909" y="12593"/>
                </a:lnTo>
                <a:lnTo>
                  <a:pt x="1145" y="12727"/>
                </a:lnTo>
                <a:lnTo>
                  <a:pt x="1381" y="12828"/>
                </a:lnTo>
                <a:lnTo>
                  <a:pt x="1650" y="12896"/>
                </a:lnTo>
                <a:lnTo>
                  <a:pt x="1919" y="12929"/>
                </a:lnTo>
                <a:lnTo>
                  <a:pt x="2020" y="13333"/>
                </a:lnTo>
                <a:lnTo>
                  <a:pt x="2121" y="13805"/>
                </a:lnTo>
                <a:lnTo>
                  <a:pt x="2222" y="13939"/>
                </a:lnTo>
                <a:lnTo>
                  <a:pt x="2290" y="14074"/>
                </a:lnTo>
                <a:lnTo>
                  <a:pt x="2525" y="14276"/>
                </a:lnTo>
                <a:lnTo>
                  <a:pt x="2189" y="14175"/>
                </a:lnTo>
                <a:lnTo>
                  <a:pt x="1886" y="14040"/>
                </a:lnTo>
                <a:lnTo>
                  <a:pt x="1583" y="13906"/>
                </a:lnTo>
                <a:lnTo>
                  <a:pt x="1313" y="13704"/>
                </a:lnTo>
                <a:lnTo>
                  <a:pt x="1078" y="13468"/>
                </a:lnTo>
                <a:lnTo>
                  <a:pt x="876" y="13199"/>
                </a:lnTo>
                <a:lnTo>
                  <a:pt x="674" y="12929"/>
                </a:lnTo>
                <a:lnTo>
                  <a:pt x="539" y="12593"/>
                </a:lnTo>
                <a:lnTo>
                  <a:pt x="404" y="12256"/>
                </a:lnTo>
                <a:lnTo>
                  <a:pt x="337" y="11886"/>
                </a:lnTo>
                <a:close/>
                <a:moveTo>
                  <a:pt x="15285" y="13838"/>
                </a:moveTo>
                <a:lnTo>
                  <a:pt x="14545" y="14074"/>
                </a:lnTo>
                <a:lnTo>
                  <a:pt x="13972" y="14276"/>
                </a:lnTo>
                <a:lnTo>
                  <a:pt x="13669" y="14377"/>
                </a:lnTo>
                <a:lnTo>
                  <a:pt x="13400" y="14512"/>
                </a:lnTo>
                <a:lnTo>
                  <a:pt x="13400" y="14545"/>
                </a:lnTo>
                <a:lnTo>
                  <a:pt x="13400" y="14579"/>
                </a:lnTo>
                <a:lnTo>
                  <a:pt x="13669" y="14579"/>
                </a:lnTo>
                <a:lnTo>
                  <a:pt x="13939" y="14512"/>
                </a:lnTo>
                <a:lnTo>
                  <a:pt x="14444" y="14377"/>
                </a:lnTo>
                <a:lnTo>
                  <a:pt x="15117" y="14175"/>
                </a:lnTo>
                <a:lnTo>
                  <a:pt x="15757" y="13973"/>
                </a:lnTo>
                <a:lnTo>
                  <a:pt x="15790" y="14108"/>
                </a:lnTo>
                <a:lnTo>
                  <a:pt x="15184" y="14209"/>
                </a:lnTo>
                <a:lnTo>
                  <a:pt x="14578" y="14377"/>
                </a:lnTo>
                <a:lnTo>
                  <a:pt x="13972" y="14646"/>
                </a:lnTo>
                <a:lnTo>
                  <a:pt x="13703" y="14781"/>
                </a:lnTo>
                <a:lnTo>
                  <a:pt x="13467" y="14949"/>
                </a:lnTo>
                <a:lnTo>
                  <a:pt x="13400" y="14747"/>
                </a:lnTo>
                <a:lnTo>
                  <a:pt x="13299" y="14242"/>
                </a:lnTo>
                <a:lnTo>
                  <a:pt x="13669" y="14175"/>
                </a:lnTo>
                <a:lnTo>
                  <a:pt x="14073" y="14108"/>
                </a:lnTo>
                <a:lnTo>
                  <a:pt x="14814" y="13906"/>
                </a:lnTo>
                <a:lnTo>
                  <a:pt x="15285" y="13838"/>
                </a:lnTo>
                <a:close/>
                <a:moveTo>
                  <a:pt x="1145" y="3098"/>
                </a:moveTo>
                <a:lnTo>
                  <a:pt x="1684" y="3199"/>
                </a:lnTo>
                <a:lnTo>
                  <a:pt x="2189" y="3267"/>
                </a:lnTo>
                <a:lnTo>
                  <a:pt x="3232" y="3368"/>
                </a:lnTo>
                <a:lnTo>
                  <a:pt x="4276" y="3435"/>
                </a:lnTo>
                <a:lnTo>
                  <a:pt x="5320" y="3502"/>
                </a:lnTo>
                <a:lnTo>
                  <a:pt x="6397" y="3637"/>
                </a:lnTo>
                <a:lnTo>
                  <a:pt x="7508" y="3772"/>
                </a:lnTo>
                <a:lnTo>
                  <a:pt x="8619" y="3906"/>
                </a:lnTo>
                <a:lnTo>
                  <a:pt x="9730" y="3974"/>
                </a:lnTo>
                <a:lnTo>
                  <a:pt x="9831" y="4411"/>
                </a:lnTo>
                <a:lnTo>
                  <a:pt x="9932" y="4883"/>
                </a:lnTo>
                <a:lnTo>
                  <a:pt x="10269" y="5758"/>
                </a:lnTo>
                <a:lnTo>
                  <a:pt x="10639" y="6970"/>
                </a:lnTo>
                <a:lnTo>
                  <a:pt x="11077" y="8148"/>
                </a:lnTo>
                <a:lnTo>
                  <a:pt x="11346" y="8990"/>
                </a:lnTo>
                <a:lnTo>
                  <a:pt x="11616" y="9866"/>
                </a:lnTo>
                <a:lnTo>
                  <a:pt x="11582" y="9899"/>
                </a:lnTo>
                <a:lnTo>
                  <a:pt x="11649" y="10573"/>
                </a:lnTo>
                <a:lnTo>
                  <a:pt x="11616" y="11246"/>
                </a:lnTo>
                <a:lnTo>
                  <a:pt x="11548" y="11919"/>
                </a:lnTo>
                <a:lnTo>
                  <a:pt x="11447" y="12593"/>
                </a:lnTo>
                <a:lnTo>
                  <a:pt x="11178" y="13771"/>
                </a:lnTo>
                <a:lnTo>
                  <a:pt x="11111" y="14377"/>
                </a:lnTo>
                <a:lnTo>
                  <a:pt x="11077" y="14983"/>
                </a:lnTo>
                <a:lnTo>
                  <a:pt x="10538" y="15050"/>
                </a:lnTo>
                <a:lnTo>
                  <a:pt x="9495" y="15050"/>
                </a:lnTo>
                <a:lnTo>
                  <a:pt x="8956" y="14983"/>
                </a:lnTo>
                <a:lnTo>
                  <a:pt x="7878" y="14848"/>
                </a:lnTo>
                <a:lnTo>
                  <a:pt x="6835" y="14714"/>
                </a:lnTo>
                <a:lnTo>
                  <a:pt x="5892" y="14613"/>
                </a:lnTo>
                <a:lnTo>
                  <a:pt x="4949" y="14545"/>
                </a:lnTo>
                <a:lnTo>
                  <a:pt x="3064" y="14444"/>
                </a:lnTo>
                <a:lnTo>
                  <a:pt x="3064" y="14411"/>
                </a:lnTo>
                <a:lnTo>
                  <a:pt x="3064" y="14343"/>
                </a:lnTo>
                <a:lnTo>
                  <a:pt x="3030" y="14310"/>
                </a:lnTo>
                <a:lnTo>
                  <a:pt x="2997" y="14276"/>
                </a:lnTo>
                <a:lnTo>
                  <a:pt x="2795" y="14175"/>
                </a:lnTo>
                <a:lnTo>
                  <a:pt x="2593" y="14040"/>
                </a:lnTo>
                <a:lnTo>
                  <a:pt x="2458" y="13872"/>
                </a:lnTo>
                <a:lnTo>
                  <a:pt x="2323" y="13704"/>
                </a:lnTo>
                <a:lnTo>
                  <a:pt x="2256" y="13502"/>
                </a:lnTo>
                <a:lnTo>
                  <a:pt x="2189" y="13300"/>
                </a:lnTo>
                <a:lnTo>
                  <a:pt x="2189" y="13064"/>
                </a:lnTo>
                <a:lnTo>
                  <a:pt x="2189" y="12828"/>
                </a:lnTo>
                <a:lnTo>
                  <a:pt x="2155" y="12761"/>
                </a:lnTo>
                <a:lnTo>
                  <a:pt x="2088" y="12727"/>
                </a:lnTo>
                <a:lnTo>
                  <a:pt x="1852" y="12727"/>
                </a:lnTo>
                <a:lnTo>
                  <a:pt x="1650" y="12694"/>
                </a:lnTo>
                <a:lnTo>
                  <a:pt x="1448" y="12626"/>
                </a:lnTo>
                <a:lnTo>
                  <a:pt x="1246" y="12559"/>
                </a:lnTo>
                <a:lnTo>
                  <a:pt x="1078" y="12458"/>
                </a:lnTo>
                <a:lnTo>
                  <a:pt x="909" y="12357"/>
                </a:lnTo>
                <a:lnTo>
                  <a:pt x="573" y="12054"/>
                </a:lnTo>
                <a:lnTo>
                  <a:pt x="472" y="11886"/>
                </a:lnTo>
                <a:lnTo>
                  <a:pt x="303" y="11717"/>
                </a:lnTo>
                <a:lnTo>
                  <a:pt x="236" y="11111"/>
                </a:lnTo>
                <a:lnTo>
                  <a:pt x="269" y="10505"/>
                </a:lnTo>
                <a:lnTo>
                  <a:pt x="303" y="9899"/>
                </a:lnTo>
                <a:lnTo>
                  <a:pt x="370" y="9327"/>
                </a:lnTo>
                <a:lnTo>
                  <a:pt x="505" y="7778"/>
                </a:lnTo>
                <a:lnTo>
                  <a:pt x="674" y="6196"/>
                </a:lnTo>
                <a:lnTo>
                  <a:pt x="741" y="5421"/>
                </a:lnTo>
                <a:lnTo>
                  <a:pt x="842" y="4647"/>
                </a:lnTo>
                <a:lnTo>
                  <a:pt x="977" y="3873"/>
                </a:lnTo>
                <a:lnTo>
                  <a:pt x="1145" y="3098"/>
                </a:lnTo>
                <a:close/>
                <a:moveTo>
                  <a:pt x="15858" y="14377"/>
                </a:moveTo>
                <a:lnTo>
                  <a:pt x="15858" y="14444"/>
                </a:lnTo>
                <a:lnTo>
                  <a:pt x="15656" y="14478"/>
                </a:lnTo>
                <a:lnTo>
                  <a:pt x="15420" y="14545"/>
                </a:lnTo>
                <a:lnTo>
                  <a:pt x="15083" y="14646"/>
                </a:lnTo>
                <a:lnTo>
                  <a:pt x="14679" y="14747"/>
                </a:lnTo>
                <a:lnTo>
                  <a:pt x="14275" y="14916"/>
                </a:lnTo>
                <a:lnTo>
                  <a:pt x="13871" y="15084"/>
                </a:lnTo>
                <a:lnTo>
                  <a:pt x="13703" y="15185"/>
                </a:lnTo>
                <a:lnTo>
                  <a:pt x="13535" y="15320"/>
                </a:lnTo>
                <a:lnTo>
                  <a:pt x="13467" y="15017"/>
                </a:lnTo>
                <a:lnTo>
                  <a:pt x="13905" y="14916"/>
                </a:lnTo>
                <a:lnTo>
                  <a:pt x="14376" y="14781"/>
                </a:lnTo>
                <a:lnTo>
                  <a:pt x="14814" y="14646"/>
                </a:lnTo>
                <a:lnTo>
                  <a:pt x="15285" y="14512"/>
                </a:lnTo>
                <a:lnTo>
                  <a:pt x="15521" y="14444"/>
                </a:lnTo>
                <a:lnTo>
                  <a:pt x="15689" y="14411"/>
                </a:lnTo>
                <a:lnTo>
                  <a:pt x="15858" y="14377"/>
                </a:lnTo>
                <a:close/>
                <a:moveTo>
                  <a:pt x="15925" y="14747"/>
                </a:moveTo>
                <a:lnTo>
                  <a:pt x="15925" y="14815"/>
                </a:lnTo>
                <a:lnTo>
                  <a:pt x="14747" y="15151"/>
                </a:lnTo>
                <a:lnTo>
                  <a:pt x="14141" y="15387"/>
                </a:lnTo>
                <a:lnTo>
                  <a:pt x="13871" y="15522"/>
                </a:lnTo>
                <a:lnTo>
                  <a:pt x="13602" y="15656"/>
                </a:lnTo>
                <a:lnTo>
                  <a:pt x="13535" y="15421"/>
                </a:lnTo>
                <a:lnTo>
                  <a:pt x="13905" y="15320"/>
                </a:lnTo>
                <a:lnTo>
                  <a:pt x="14275" y="15219"/>
                </a:lnTo>
                <a:lnTo>
                  <a:pt x="14612" y="15084"/>
                </a:lnTo>
                <a:lnTo>
                  <a:pt x="14982" y="14949"/>
                </a:lnTo>
                <a:lnTo>
                  <a:pt x="15420" y="14882"/>
                </a:lnTo>
                <a:lnTo>
                  <a:pt x="15689" y="14815"/>
                </a:lnTo>
                <a:lnTo>
                  <a:pt x="15925" y="14747"/>
                </a:lnTo>
                <a:close/>
                <a:moveTo>
                  <a:pt x="15959" y="15050"/>
                </a:moveTo>
                <a:lnTo>
                  <a:pt x="15992" y="15185"/>
                </a:lnTo>
                <a:lnTo>
                  <a:pt x="15790" y="15219"/>
                </a:lnTo>
                <a:lnTo>
                  <a:pt x="15588" y="15252"/>
                </a:lnTo>
                <a:lnTo>
                  <a:pt x="15218" y="15387"/>
                </a:lnTo>
                <a:lnTo>
                  <a:pt x="14444" y="15690"/>
                </a:lnTo>
                <a:lnTo>
                  <a:pt x="14073" y="15858"/>
                </a:lnTo>
                <a:lnTo>
                  <a:pt x="13703" y="16060"/>
                </a:lnTo>
                <a:lnTo>
                  <a:pt x="13636" y="15791"/>
                </a:lnTo>
                <a:lnTo>
                  <a:pt x="13804" y="15757"/>
                </a:lnTo>
                <a:lnTo>
                  <a:pt x="13972" y="15724"/>
                </a:lnTo>
                <a:lnTo>
                  <a:pt x="14275" y="15623"/>
                </a:lnTo>
                <a:lnTo>
                  <a:pt x="14612" y="15488"/>
                </a:lnTo>
                <a:lnTo>
                  <a:pt x="14915" y="15387"/>
                </a:lnTo>
                <a:lnTo>
                  <a:pt x="15454" y="15252"/>
                </a:lnTo>
                <a:lnTo>
                  <a:pt x="15723" y="15151"/>
                </a:lnTo>
                <a:lnTo>
                  <a:pt x="15959" y="15050"/>
                </a:lnTo>
                <a:close/>
                <a:moveTo>
                  <a:pt x="16026" y="15421"/>
                </a:moveTo>
                <a:lnTo>
                  <a:pt x="16093" y="15623"/>
                </a:lnTo>
                <a:lnTo>
                  <a:pt x="15420" y="15858"/>
                </a:lnTo>
                <a:lnTo>
                  <a:pt x="14747" y="16027"/>
                </a:lnTo>
                <a:lnTo>
                  <a:pt x="14275" y="16195"/>
                </a:lnTo>
                <a:lnTo>
                  <a:pt x="14040" y="16262"/>
                </a:lnTo>
                <a:lnTo>
                  <a:pt x="13838" y="16397"/>
                </a:lnTo>
                <a:lnTo>
                  <a:pt x="13737" y="16128"/>
                </a:lnTo>
                <a:lnTo>
                  <a:pt x="14073" y="16060"/>
                </a:lnTo>
                <a:lnTo>
                  <a:pt x="14410" y="15959"/>
                </a:lnTo>
                <a:lnTo>
                  <a:pt x="14713" y="15825"/>
                </a:lnTo>
                <a:lnTo>
                  <a:pt x="15050" y="15690"/>
                </a:lnTo>
                <a:lnTo>
                  <a:pt x="16026" y="15421"/>
                </a:lnTo>
                <a:close/>
                <a:moveTo>
                  <a:pt x="16161" y="15825"/>
                </a:moveTo>
                <a:lnTo>
                  <a:pt x="16228" y="15993"/>
                </a:lnTo>
                <a:lnTo>
                  <a:pt x="15151" y="16330"/>
                </a:lnTo>
                <a:lnTo>
                  <a:pt x="14578" y="16532"/>
                </a:lnTo>
                <a:lnTo>
                  <a:pt x="14309" y="16667"/>
                </a:lnTo>
                <a:lnTo>
                  <a:pt x="14040" y="16835"/>
                </a:lnTo>
                <a:lnTo>
                  <a:pt x="13871" y="16532"/>
                </a:lnTo>
                <a:lnTo>
                  <a:pt x="14174" y="16465"/>
                </a:lnTo>
                <a:lnTo>
                  <a:pt x="14444" y="16397"/>
                </a:lnTo>
                <a:lnTo>
                  <a:pt x="14982" y="16229"/>
                </a:lnTo>
                <a:lnTo>
                  <a:pt x="15588" y="16060"/>
                </a:lnTo>
                <a:lnTo>
                  <a:pt x="16161" y="15825"/>
                </a:lnTo>
                <a:close/>
                <a:moveTo>
                  <a:pt x="10370" y="1"/>
                </a:moveTo>
                <a:lnTo>
                  <a:pt x="10303" y="68"/>
                </a:lnTo>
                <a:lnTo>
                  <a:pt x="10168" y="169"/>
                </a:lnTo>
                <a:lnTo>
                  <a:pt x="10033" y="304"/>
                </a:lnTo>
                <a:lnTo>
                  <a:pt x="10000" y="371"/>
                </a:lnTo>
                <a:lnTo>
                  <a:pt x="9966" y="472"/>
                </a:lnTo>
                <a:lnTo>
                  <a:pt x="10000" y="506"/>
                </a:lnTo>
                <a:lnTo>
                  <a:pt x="10033" y="607"/>
                </a:lnTo>
                <a:lnTo>
                  <a:pt x="10067" y="674"/>
                </a:lnTo>
                <a:lnTo>
                  <a:pt x="10134" y="876"/>
                </a:lnTo>
                <a:lnTo>
                  <a:pt x="10067" y="910"/>
                </a:lnTo>
                <a:lnTo>
                  <a:pt x="10033" y="977"/>
                </a:lnTo>
                <a:lnTo>
                  <a:pt x="10033" y="1045"/>
                </a:lnTo>
                <a:lnTo>
                  <a:pt x="10067" y="1078"/>
                </a:lnTo>
                <a:lnTo>
                  <a:pt x="10033" y="1449"/>
                </a:lnTo>
                <a:lnTo>
                  <a:pt x="10033" y="1651"/>
                </a:lnTo>
                <a:lnTo>
                  <a:pt x="10000" y="1886"/>
                </a:lnTo>
                <a:lnTo>
                  <a:pt x="9899" y="2324"/>
                </a:lnTo>
                <a:lnTo>
                  <a:pt x="9831" y="2661"/>
                </a:lnTo>
                <a:lnTo>
                  <a:pt x="9798" y="2997"/>
                </a:lnTo>
                <a:lnTo>
                  <a:pt x="9764" y="3334"/>
                </a:lnTo>
                <a:lnTo>
                  <a:pt x="9798" y="3671"/>
                </a:lnTo>
                <a:lnTo>
                  <a:pt x="9831" y="3772"/>
                </a:lnTo>
                <a:lnTo>
                  <a:pt x="9798" y="3772"/>
                </a:lnTo>
                <a:lnTo>
                  <a:pt x="7643" y="3536"/>
                </a:lnTo>
                <a:lnTo>
                  <a:pt x="5488" y="3368"/>
                </a:lnTo>
                <a:lnTo>
                  <a:pt x="3333" y="3166"/>
                </a:lnTo>
                <a:lnTo>
                  <a:pt x="1179" y="2964"/>
                </a:lnTo>
                <a:lnTo>
                  <a:pt x="1145" y="2930"/>
                </a:lnTo>
                <a:lnTo>
                  <a:pt x="1078" y="2930"/>
                </a:lnTo>
                <a:lnTo>
                  <a:pt x="1044" y="2964"/>
                </a:lnTo>
                <a:lnTo>
                  <a:pt x="1010" y="2997"/>
                </a:lnTo>
                <a:lnTo>
                  <a:pt x="1010" y="3031"/>
                </a:lnTo>
                <a:lnTo>
                  <a:pt x="876" y="3469"/>
                </a:lnTo>
                <a:lnTo>
                  <a:pt x="775" y="3906"/>
                </a:lnTo>
                <a:lnTo>
                  <a:pt x="674" y="4344"/>
                </a:lnTo>
                <a:lnTo>
                  <a:pt x="606" y="4782"/>
                </a:lnTo>
                <a:lnTo>
                  <a:pt x="539" y="5691"/>
                </a:lnTo>
                <a:lnTo>
                  <a:pt x="472" y="6566"/>
                </a:lnTo>
                <a:lnTo>
                  <a:pt x="370" y="7542"/>
                </a:lnTo>
                <a:lnTo>
                  <a:pt x="236" y="8519"/>
                </a:lnTo>
                <a:lnTo>
                  <a:pt x="101" y="9495"/>
                </a:lnTo>
                <a:lnTo>
                  <a:pt x="34" y="10472"/>
                </a:lnTo>
                <a:lnTo>
                  <a:pt x="0" y="10842"/>
                </a:lnTo>
                <a:lnTo>
                  <a:pt x="0" y="11246"/>
                </a:lnTo>
                <a:lnTo>
                  <a:pt x="34" y="11650"/>
                </a:lnTo>
                <a:lnTo>
                  <a:pt x="101" y="12054"/>
                </a:lnTo>
                <a:lnTo>
                  <a:pt x="168" y="12424"/>
                </a:lnTo>
                <a:lnTo>
                  <a:pt x="303" y="12795"/>
                </a:lnTo>
                <a:lnTo>
                  <a:pt x="505" y="13165"/>
                </a:lnTo>
                <a:lnTo>
                  <a:pt x="741" y="13468"/>
                </a:lnTo>
                <a:lnTo>
                  <a:pt x="909" y="13704"/>
                </a:lnTo>
                <a:lnTo>
                  <a:pt x="1145" y="13906"/>
                </a:lnTo>
                <a:lnTo>
                  <a:pt x="1381" y="14108"/>
                </a:lnTo>
                <a:lnTo>
                  <a:pt x="1650" y="14310"/>
                </a:lnTo>
                <a:lnTo>
                  <a:pt x="1953" y="14444"/>
                </a:lnTo>
                <a:lnTo>
                  <a:pt x="2256" y="14579"/>
                </a:lnTo>
                <a:lnTo>
                  <a:pt x="2559" y="14613"/>
                </a:lnTo>
                <a:lnTo>
                  <a:pt x="2828" y="14579"/>
                </a:lnTo>
                <a:lnTo>
                  <a:pt x="3333" y="14714"/>
                </a:lnTo>
                <a:lnTo>
                  <a:pt x="3838" y="14781"/>
                </a:lnTo>
                <a:lnTo>
                  <a:pt x="4310" y="14815"/>
                </a:lnTo>
                <a:lnTo>
                  <a:pt x="4848" y="14848"/>
                </a:lnTo>
                <a:lnTo>
                  <a:pt x="5858" y="14882"/>
                </a:lnTo>
                <a:lnTo>
                  <a:pt x="6835" y="14949"/>
                </a:lnTo>
                <a:lnTo>
                  <a:pt x="7912" y="15084"/>
                </a:lnTo>
                <a:lnTo>
                  <a:pt x="8956" y="15252"/>
                </a:lnTo>
                <a:lnTo>
                  <a:pt x="9495" y="15286"/>
                </a:lnTo>
                <a:lnTo>
                  <a:pt x="10033" y="15320"/>
                </a:lnTo>
                <a:lnTo>
                  <a:pt x="10572" y="15286"/>
                </a:lnTo>
                <a:lnTo>
                  <a:pt x="11111" y="15252"/>
                </a:lnTo>
                <a:lnTo>
                  <a:pt x="11245" y="15252"/>
                </a:lnTo>
                <a:lnTo>
                  <a:pt x="11279" y="15219"/>
                </a:lnTo>
                <a:lnTo>
                  <a:pt x="11313" y="15151"/>
                </a:lnTo>
                <a:lnTo>
                  <a:pt x="11313" y="14680"/>
                </a:lnTo>
                <a:lnTo>
                  <a:pt x="11380" y="14175"/>
                </a:lnTo>
                <a:lnTo>
                  <a:pt x="11616" y="13165"/>
                </a:lnTo>
                <a:lnTo>
                  <a:pt x="11818" y="12155"/>
                </a:lnTo>
                <a:lnTo>
                  <a:pt x="11919" y="11616"/>
                </a:lnTo>
                <a:lnTo>
                  <a:pt x="11919" y="11145"/>
                </a:lnTo>
                <a:lnTo>
                  <a:pt x="12222" y="12155"/>
                </a:lnTo>
                <a:lnTo>
                  <a:pt x="12356" y="12660"/>
                </a:lnTo>
                <a:lnTo>
                  <a:pt x="12491" y="13199"/>
                </a:lnTo>
                <a:lnTo>
                  <a:pt x="12525" y="13266"/>
                </a:lnTo>
                <a:lnTo>
                  <a:pt x="12626" y="13266"/>
                </a:lnTo>
                <a:lnTo>
                  <a:pt x="12693" y="13232"/>
                </a:lnTo>
                <a:lnTo>
                  <a:pt x="12727" y="13468"/>
                </a:lnTo>
                <a:lnTo>
                  <a:pt x="12828" y="13704"/>
                </a:lnTo>
                <a:lnTo>
                  <a:pt x="12996" y="14108"/>
                </a:lnTo>
                <a:lnTo>
                  <a:pt x="13131" y="14613"/>
                </a:lnTo>
                <a:lnTo>
                  <a:pt x="13265" y="15151"/>
                </a:lnTo>
                <a:lnTo>
                  <a:pt x="13333" y="15589"/>
                </a:lnTo>
                <a:lnTo>
                  <a:pt x="13467" y="16229"/>
                </a:lnTo>
                <a:lnTo>
                  <a:pt x="13568" y="16532"/>
                </a:lnTo>
                <a:lnTo>
                  <a:pt x="13669" y="16801"/>
                </a:lnTo>
                <a:lnTo>
                  <a:pt x="13737" y="16902"/>
                </a:lnTo>
                <a:lnTo>
                  <a:pt x="13804" y="16970"/>
                </a:lnTo>
                <a:lnTo>
                  <a:pt x="13905" y="17037"/>
                </a:lnTo>
                <a:lnTo>
                  <a:pt x="14040" y="17037"/>
                </a:lnTo>
                <a:lnTo>
                  <a:pt x="14107" y="16970"/>
                </a:lnTo>
                <a:lnTo>
                  <a:pt x="14376" y="16902"/>
                </a:lnTo>
                <a:lnTo>
                  <a:pt x="14679" y="16801"/>
                </a:lnTo>
                <a:lnTo>
                  <a:pt x="15218" y="16566"/>
                </a:lnTo>
                <a:lnTo>
                  <a:pt x="16262" y="16229"/>
                </a:lnTo>
                <a:lnTo>
                  <a:pt x="16295" y="16296"/>
                </a:lnTo>
                <a:lnTo>
                  <a:pt x="16329" y="16330"/>
                </a:lnTo>
                <a:lnTo>
                  <a:pt x="16430" y="16330"/>
                </a:lnTo>
                <a:lnTo>
                  <a:pt x="16497" y="16262"/>
                </a:lnTo>
                <a:lnTo>
                  <a:pt x="16497" y="16229"/>
                </a:lnTo>
                <a:lnTo>
                  <a:pt x="16531" y="16161"/>
                </a:lnTo>
                <a:lnTo>
                  <a:pt x="16497" y="16161"/>
                </a:lnTo>
                <a:lnTo>
                  <a:pt x="16598" y="16128"/>
                </a:lnTo>
                <a:lnTo>
                  <a:pt x="16666" y="16094"/>
                </a:lnTo>
                <a:lnTo>
                  <a:pt x="16666" y="16060"/>
                </a:lnTo>
                <a:lnTo>
                  <a:pt x="16699" y="15959"/>
                </a:lnTo>
                <a:lnTo>
                  <a:pt x="16632" y="15892"/>
                </a:lnTo>
                <a:lnTo>
                  <a:pt x="16531" y="15892"/>
                </a:lnTo>
                <a:lnTo>
                  <a:pt x="16464" y="15926"/>
                </a:lnTo>
                <a:lnTo>
                  <a:pt x="16396" y="15724"/>
                </a:lnTo>
                <a:lnTo>
                  <a:pt x="16464" y="15690"/>
                </a:lnTo>
                <a:lnTo>
                  <a:pt x="16430" y="15623"/>
                </a:lnTo>
                <a:lnTo>
                  <a:pt x="16396" y="15555"/>
                </a:lnTo>
                <a:lnTo>
                  <a:pt x="16363" y="15522"/>
                </a:lnTo>
                <a:lnTo>
                  <a:pt x="16262" y="15219"/>
                </a:lnTo>
                <a:lnTo>
                  <a:pt x="16161" y="14949"/>
                </a:lnTo>
                <a:lnTo>
                  <a:pt x="16127" y="14646"/>
                </a:lnTo>
                <a:lnTo>
                  <a:pt x="16026" y="14074"/>
                </a:lnTo>
                <a:lnTo>
                  <a:pt x="15959" y="13670"/>
                </a:lnTo>
                <a:lnTo>
                  <a:pt x="15824" y="13232"/>
                </a:lnTo>
                <a:lnTo>
                  <a:pt x="15656" y="12828"/>
                </a:lnTo>
                <a:lnTo>
                  <a:pt x="15454" y="12424"/>
                </a:lnTo>
                <a:lnTo>
                  <a:pt x="15521" y="12424"/>
                </a:lnTo>
                <a:lnTo>
                  <a:pt x="15588" y="12357"/>
                </a:lnTo>
                <a:lnTo>
                  <a:pt x="15588" y="12290"/>
                </a:lnTo>
                <a:lnTo>
                  <a:pt x="15555" y="12222"/>
                </a:lnTo>
                <a:lnTo>
                  <a:pt x="15487" y="12155"/>
                </a:lnTo>
                <a:lnTo>
                  <a:pt x="15487" y="12088"/>
                </a:lnTo>
                <a:lnTo>
                  <a:pt x="15353" y="11886"/>
                </a:lnTo>
                <a:lnTo>
                  <a:pt x="15218" y="11650"/>
                </a:lnTo>
                <a:lnTo>
                  <a:pt x="15151" y="11414"/>
                </a:lnTo>
                <a:lnTo>
                  <a:pt x="15083" y="11179"/>
                </a:lnTo>
                <a:lnTo>
                  <a:pt x="14982" y="10674"/>
                </a:lnTo>
                <a:lnTo>
                  <a:pt x="14881" y="10169"/>
                </a:lnTo>
                <a:lnTo>
                  <a:pt x="14612" y="8990"/>
                </a:lnTo>
                <a:lnTo>
                  <a:pt x="14477" y="8418"/>
                </a:lnTo>
                <a:lnTo>
                  <a:pt x="14309" y="7845"/>
                </a:lnTo>
                <a:lnTo>
                  <a:pt x="14073" y="7239"/>
                </a:lnTo>
                <a:lnTo>
                  <a:pt x="13838" y="6667"/>
                </a:lnTo>
                <a:lnTo>
                  <a:pt x="13568" y="6095"/>
                </a:lnTo>
                <a:lnTo>
                  <a:pt x="13366" y="5489"/>
                </a:lnTo>
                <a:lnTo>
                  <a:pt x="13164" y="4883"/>
                </a:lnTo>
                <a:lnTo>
                  <a:pt x="13030" y="4243"/>
                </a:lnTo>
                <a:lnTo>
                  <a:pt x="12861" y="3603"/>
                </a:lnTo>
                <a:lnTo>
                  <a:pt x="12693" y="2997"/>
                </a:lnTo>
                <a:lnTo>
                  <a:pt x="12693" y="2930"/>
                </a:lnTo>
                <a:lnTo>
                  <a:pt x="12693" y="2896"/>
                </a:lnTo>
                <a:lnTo>
                  <a:pt x="12659" y="2863"/>
                </a:lnTo>
                <a:lnTo>
                  <a:pt x="12626" y="2829"/>
                </a:lnTo>
                <a:lnTo>
                  <a:pt x="12558" y="2829"/>
                </a:lnTo>
                <a:lnTo>
                  <a:pt x="12525" y="2863"/>
                </a:lnTo>
                <a:lnTo>
                  <a:pt x="12457" y="2896"/>
                </a:lnTo>
                <a:lnTo>
                  <a:pt x="12323" y="2627"/>
                </a:lnTo>
                <a:lnTo>
                  <a:pt x="12154" y="2358"/>
                </a:lnTo>
                <a:lnTo>
                  <a:pt x="11952" y="2122"/>
                </a:lnTo>
                <a:lnTo>
                  <a:pt x="11717" y="1920"/>
                </a:lnTo>
                <a:lnTo>
                  <a:pt x="11447" y="1651"/>
                </a:lnTo>
                <a:lnTo>
                  <a:pt x="11212" y="1415"/>
                </a:lnTo>
                <a:lnTo>
                  <a:pt x="11010" y="1146"/>
                </a:lnTo>
                <a:lnTo>
                  <a:pt x="10909" y="977"/>
                </a:lnTo>
                <a:lnTo>
                  <a:pt x="10841" y="809"/>
                </a:lnTo>
                <a:lnTo>
                  <a:pt x="10841" y="742"/>
                </a:lnTo>
                <a:lnTo>
                  <a:pt x="10808" y="641"/>
                </a:lnTo>
                <a:lnTo>
                  <a:pt x="10707" y="439"/>
                </a:lnTo>
                <a:lnTo>
                  <a:pt x="10639" y="203"/>
                </a:lnTo>
                <a:lnTo>
                  <a:pt x="10606" y="102"/>
                </a:lnTo>
                <a:lnTo>
                  <a:pt x="10538" y="34"/>
                </a:lnTo>
                <a:lnTo>
                  <a:pt x="10505" y="1"/>
                </a:lnTo>
                <a:lnTo>
                  <a:pt x="10471" y="34"/>
                </a:lnTo>
                <a:lnTo>
                  <a:pt x="1043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17025" tIns="117025" rIns="117025" bIns="117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" name="Google Shape;67;p33"/>
          <p:cNvGrpSpPr/>
          <p:nvPr/>
        </p:nvGrpSpPr>
        <p:grpSpPr>
          <a:xfrm>
            <a:off x="1390437" y="-6"/>
            <a:ext cx="1603317" cy="405444"/>
            <a:chOff x="448987" y="-6"/>
            <a:chExt cx="1603317" cy="405444"/>
          </a:xfrm>
        </p:grpSpPr>
        <p:sp>
          <p:nvSpPr>
            <p:cNvPr id="68" name="Google Shape;68;p33"/>
            <p:cNvSpPr/>
            <p:nvPr/>
          </p:nvSpPr>
          <p:spPr>
            <a:xfrm>
              <a:off x="495861" y="65329"/>
              <a:ext cx="387083" cy="314981"/>
            </a:xfrm>
            <a:custGeom>
              <a:avLst/>
              <a:gdLst/>
              <a:ahLst/>
              <a:cxnLst/>
              <a:rect l="l" t="t" r="r" b="b"/>
              <a:pathLst>
                <a:path w="7779" h="6330" extrusionOk="0">
                  <a:moveTo>
                    <a:pt x="5893" y="168"/>
                  </a:moveTo>
                  <a:lnTo>
                    <a:pt x="6196" y="202"/>
                  </a:lnTo>
                  <a:lnTo>
                    <a:pt x="6532" y="269"/>
                  </a:lnTo>
                  <a:lnTo>
                    <a:pt x="6835" y="337"/>
                  </a:lnTo>
                  <a:lnTo>
                    <a:pt x="7105" y="438"/>
                  </a:lnTo>
                  <a:lnTo>
                    <a:pt x="7239" y="673"/>
                  </a:lnTo>
                  <a:lnTo>
                    <a:pt x="7340" y="909"/>
                  </a:lnTo>
                  <a:lnTo>
                    <a:pt x="5960" y="943"/>
                  </a:lnTo>
                  <a:lnTo>
                    <a:pt x="4613" y="976"/>
                  </a:lnTo>
                  <a:lnTo>
                    <a:pt x="2795" y="976"/>
                  </a:lnTo>
                  <a:lnTo>
                    <a:pt x="2189" y="1010"/>
                  </a:lnTo>
                  <a:lnTo>
                    <a:pt x="2189" y="1010"/>
                  </a:lnTo>
                  <a:lnTo>
                    <a:pt x="3368" y="606"/>
                  </a:lnTo>
                  <a:lnTo>
                    <a:pt x="4007" y="438"/>
                  </a:lnTo>
                  <a:lnTo>
                    <a:pt x="4647" y="303"/>
                  </a:lnTo>
                  <a:lnTo>
                    <a:pt x="5287" y="202"/>
                  </a:lnTo>
                  <a:lnTo>
                    <a:pt x="5590" y="168"/>
                  </a:lnTo>
                  <a:close/>
                  <a:moveTo>
                    <a:pt x="6768" y="1111"/>
                  </a:moveTo>
                  <a:lnTo>
                    <a:pt x="6027" y="1347"/>
                  </a:lnTo>
                  <a:lnTo>
                    <a:pt x="4984" y="1717"/>
                  </a:lnTo>
                  <a:lnTo>
                    <a:pt x="4445" y="1919"/>
                  </a:lnTo>
                  <a:lnTo>
                    <a:pt x="3940" y="2155"/>
                  </a:lnTo>
                  <a:lnTo>
                    <a:pt x="3637" y="2323"/>
                  </a:lnTo>
                  <a:lnTo>
                    <a:pt x="3334" y="2525"/>
                  </a:lnTo>
                  <a:lnTo>
                    <a:pt x="3065" y="2761"/>
                  </a:lnTo>
                  <a:lnTo>
                    <a:pt x="2795" y="2997"/>
                  </a:lnTo>
                  <a:lnTo>
                    <a:pt x="2762" y="2997"/>
                  </a:lnTo>
                  <a:lnTo>
                    <a:pt x="2459" y="3030"/>
                  </a:lnTo>
                  <a:lnTo>
                    <a:pt x="2155" y="3064"/>
                  </a:lnTo>
                  <a:lnTo>
                    <a:pt x="1516" y="3030"/>
                  </a:lnTo>
                  <a:lnTo>
                    <a:pt x="876" y="2997"/>
                  </a:lnTo>
                  <a:lnTo>
                    <a:pt x="539" y="3030"/>
                  </a:lnTo>
                  <a:lnTo>
                    <a:pt x="236" y="3098"/>
                  </a:lnTo>
                  <a:lnTo>
                    <a:pt x="236" y="2795"/>
                  </a:lnTo>
                  <a:lnTo>
                    <a:pt x="270" y="2424"/>
                  </a:lnTo>
                  <a:lnTo>
                    <a:pt x="337" y="2155"/>
                  </a:lnTo>
                  <a:lnTo>
                    <a:pt x="472" y="1885"/>
                  </a:lnTo>
                  <a:lnTo>
                    <a:pt x="640" y="1683"/>
                  </a:lnTo>
                  <a:lnTo>
                    <a:pt x="842" y="1515"/>
                  </a:lnTo>
                  <a:lnTo>
                    <a:pt x="1078" y="1380"/>
                  </a:lnTo>
                  <a:lnTo>
                    <a:pt x="1347" y="1246"/>
                  </a:lnTo>
                  <a:lnTo>
                    <a:pt x="1617" y="1145"/>
                  </a:lnTo>
                  <a:lnTo>
                    <a:pt x="2256" y="1212"/>
                  </a:lnTo>
                  <a:lnTo>
                    <a:pt x="4176" y="1212"/>
                  </a:lnTo>
                  <a:lnTo>
                    <a:pt x="5489" y="1145"/>
                  </a:lnTo>
                  <a:lnTo>
                    <a:pt x="6768" y="1111"/>
                  </a:lnTo>
                  <a:close/>
                  <a:moveTo>
                    <a:pt x="7441" y="1212"/>
                  </a:moveTo>
                  <a:lnTo>
                    <a:pt x="7509" y="1616"/>
                  </a:lnTo>
                  <a:lnTo>
                    <a:pt x="7509" y="2054"/>
                  </a:lnTo>
                  <a:lnTo>
                    <a:pt x="7475" y="2087"/>
                  </a:lnTo>
                  <a:lnTo>
                    <a:pt x="7307" y="2222"/>
                  </a:lnTo>
                  <a:lnTo>
                    <a:pt x="7105" y="2357"/>
                  </a:lnTo>
                  <a:lnTo>
                    <a:pt x="6869" y="2458"/>
                  </a:lnTo>
                  <a:lnTo>
                    <a:pt x="6600" y="2525"/>
                  </a:lnTo>
                  <a:lnTo>
                    <a:pt x="6061" y="2693"/>
                  </a:lnTo>
                  <a:lnTo>
                    <a:pt x="5623" y="2828"/>
                  </a:lnTo>
                  <a:lnTo>
                    <a:pt x="4748" y="3131"/>
                  </a:lnTo>
                  <a:lnTo>
                    <a:pt x="3906" y="3502"/>
                  </a:lnTo>
                  <a:lnTo>
                    <a:pt x="3570" y="3670"/>
                  </a:lnTo>
                  <a:lnTo>
                    <a:pt x="3300" y="3872"/>
                  </a:lnTo>
                  <a:lnTo>
                    <a:pt x="3031" y="4108"/>
                  </a:lnTo>
                  <a:lnTo>
                    <a:pt x="2829" y="4377"/>
                  </a:lnTo>
                  <a:lnTo>
                    <a:pt x="2694" y="4579"/>
                  </a:lnTo>
                  <a:lnTo>
                    <a:pt x="2627" y="4781"/>
                  </a:lnTo>
                  <a:lnTo>
                    <a:pt x="2492" y="5185"/>
                  </a:lnTo>
                  <a:lnTo>
                    <a:pt x="2425" y="5387"/>
                  </a:lnTo>
                  <a:lnTo>
                    <a:pt x="2358" y="5589"/>
                  </a:lnTo>
                  <a:lnTo>
                    <a:pt x="2223" y="5791"/>
                  </a:lnTo>
                  <a:lnTo>
                    <a:pt x="2088" y="5959"/>
                  </a:lnTo>
                  <a:lnTo>
                    <a:pt x="2054" y="6027"/>
                  </a:lnTo>
                  <a:lnTo>
                    <a:pt x="1751" y="5892"/>
                  </a:lnTo>
                  <a:lnTo>
                    <a:pt x="1415" y="5724"/>
                  </a:lnTo>
                  <a:lnTo>
                    <a:pt x="1145" y="5488"/>
                  </a:lnTo>
                  <a:lnTo>
                    <a:pt x="876" y="5185"/>
                  </a:lnTo>
                  <a:lnTo>
                    <a:pt x="741" y="4983"/>
                  </a:lnTo>
                  <a:lnTo>
                    <a:pt x="640" y="4747"/>
                  </a:lnTo>
                  <a:lnTo>
                    <a:pt x="438" y="4242"/>
                  </a:lnTo>
                  <a:lnTo>
                    <a:pt x="304" y="3737"/>
                  </a:lnTo>
                  <a:lnTo>
                    <a:pt x="270" y="3199"/>
                  </a:lnTo>
                  <a:lnTo>
                    <a:pt x="270" y="3199"/>
                  </a:lnTo>
                  <a:lnTo>
                    <a:pt x="573" y="3266"/>
                  </a:lnTo>
                  <a:lnTo>
                    <a:pt x="2021" y="3266"/>
                  </a:lnTo>
                  <a:lnTo>
                    <a:pt x="2560" y="3232"/>
                  </a:lnTo>
                  <a:lnTo>
                    <a:pt x="2155" y="3737"/>
                  </a:lnTo>
                  <a:lnTo>
                    <a:pt x="1751" y="4242"/>
                  </a:lnTo>
                  <a:lnTo>
                    <a:pt x="1011" y="5286"/>
                  </a:lnTo>
                  <a:lnTo>
                    <a:pt x="1011" y="5320"/>
                  </a:lnTo>
                  <a:lnTo>
                    <a:pt x="1044" y="5353"/>
                  </a:lnTo>
                  <a:lnTo>
                    <a:pt x="1112" y="5353"/>
                  </a:lnTo>
                  <a:lnTo>
                    <a:pt x="1280" y="5185"/>
                  </a:lnTo>
                  <a:lnTo>
                    <a:pt x="1448" y="5017"/>
                  </a:lnTo>
                  <a:lnTo>
                    <a:pt x="1751" y="4646"/>
                  </a:lnTo>
                  <a:lnTo>
                    <a:pt x="2324" y="3872"/>
                  </a:lnTo>
                  <a:lnTo>
                    <a:pt x="2694" y="3401"/>
                  </a:lnTo>
                  <a:lnTo>
                    <a:pt x="3098" y="2997"/>
                  </a:lnTo>
                  <a:lnTo>
                    <a:pt x="3536" y="2626"/>
                  </a:lnTo>
                  <a:lnTo>
                    <a:pt x="4041" y="2323"/>
                  </a:lnTo>
                  <a:lnTo>
                    <a:pt x="4445" y="2121"/>
                  </a:lnTo>
                  <a:lnTo>
                    <a:pt x="4849" y="1953"/>
                  </a:lnTo>
                  <a:lnTo>
                    <a:pt x="5724" y="1683"/>
                  </a:lnTo>
                  <a:lnTo>
                    <a:pt x="7441" y="1212"/>
                  </a:lnTo>
                  <a:close/>
                  <a:moveTo>
                    <a:pt x="7509" y="2390"/>
                  </a:moveTo>
                  <a:lnTo>
                    <a:pt x="7441" y="2795"/>
                  </a:lnTo>
                  <a:lnTo>
                    <a:pt x="7307" y="3199"/>
                  </a:lnTo>
                  <a:lnTo>
                    <a:pt x="7172" y="3603"/>
                  </a:lnTo>
                  <a:lnTo>
                    <a:pt x="6970" y="3973"/>
                  </a:lnTo>
                  <a:lnTo>
                    <a:pt x="6768" y="4310"/>
                  </a:lnTo>
                  <a:lnTo>
                    <a:pt x="6532" y="4646"/>
                  </a:lnTo>
                  <a:lnTo>
                    <a:pt x="6263" y="4916"/>
                  </a:lnTo>
                  <a:lnTo>
                    <a:pt x="5960" y="5151"/>
                  </a:lnTo>
                  <a:lnTo>
                    <a:pt x="5691" y="5320"/>
                  </a:lnTo>
                  <a:lnTo>
                    <a:pt x="5421" y="5454"/>
                  </a:lnTo>
                  <a:lnTo>
                    <a:pt x="4849" y="5656"/>
                  </a:lnTo>
                  <a:lnTo>
                    <a:pt x="4277" y="5825"/>
                  </a:lnTo>
                  <a:lnTo>
                    <a:pt x="3671" y="5959"/>
                  </a:lnTo>
                  <a:lnTo>
                    <a:pt x="3300" y="6027"/>
                  </a:lnTo>
                  <a:lnTo>
                    <a:pt x="2930" y="6060"/>
                  </a:lnTo>
                  <a:lnTo>
                    <a:pt x="2223" y="6060"/>
                  </a:lnTo>
                  <a:lnTo>
                    <a:pt x="2425" y="5825"/>
                  </a:lnTo>
                  <a:lnTo>
                    <a:pt x="2560" y="5589"/>
                  </a:lnTo>
                  <a:lnTo>
                    <a:pt x="2661" y="5320"/>
                  </a:lnTo>
                  <a:lnTo>
                    <a:pt x="2762" y="5050"/>
                  </a:lnTo>
                  <a:lnTo>
                    <a:pt x="2863" y="4781"/>
                  </a:lnTo>
                  <a:lnTo>
                    <a:pt x="2964" y="4545"/>
                  </a:lnTo>
                  <a:lnTo>
                    <a:pt x="3132" y="4343"/>
                  </a:lnTo>
                  <a:lnTo>
                    <a:pt x="3267" y="4141"/>
                  </a:lnTo>
                  <a:lnTo>
                    <a:pt x="3469" y="3973"/>
                  </a:lnTo>
                  <a:lnTo>
                    <a:pt x="3671" y="3838"/>
                  </a:lnTo>
                  <a:lnTo>
                    <a:pt x="4142" y="3569"/>
                  </a:lnTo>
                  <a:lnTo>
                    <a:pt x="4681" y="3333"/>
                  </a:lnTo>
                  <a:lnTo>
                    <a:pt x="5219" y="3165"/>
                  </a:lnTo>
                  <a:lnTo>
                    <a:pt x="6297" y="2828"/>
                  </a:lnTo>
                  <a:lnTo>
                    <a:pt x="6903" y="2660"/>
                  </a:lnTo>
                  <a:lnTo>
                    <a:pt x="7206" y="2525"/>
                  </a:lnTo>
                  <a:lnTo>
                    <a:pt x="7509" y="2390"/>
                  </a:lnTo>
                  <a:close/>
                  <a:moveTo>
                    <a:pt x="5219" y="0"/>
                  </a:moveTo>
                  <a:lnTo>
                    <a:pt x="4613" y="67"/>
                  </a:lnTo>
                  <a:lnTo>
                    <a:pt x="3738" y="269"/>
                  </a:lnTo>
                  <a:lnTo>
                    <a:pt x="2896" y="505"/>
                  </a:lnTo>
                  <a:lnTo>
                    <a:pt x="2054" y="774"/>
                  </a:lnTo>
                  <a:lnTo>
                    <a:pt x="1213" y="1077"/>
                  </a:lnTo>
                  <a:lnTo>
                    <a:pt x="910" y="1212"/>
                  </a:lnTo>
                  <a:lnTo>
                    <a:pt x="640" y="1380"/>
                  </a:lnTo>
                  <a:lnTo>
                    <a:pt x="438" y="1616"/>
                  </a:lnTo>
                  <a:lnTo>
                    <a:pt x="270" y="1852"/>
                  </a:lnTo>
                  <a:lnTo>
                    <a:pt x="135" y="2121"/>
                  </a:lnTo>
                  <a:lnTo>
                    <a:pt x="68" y="2424"/>
                  </a:lnTo>
                  <a:lnTo>
                    <a:pt x="1" y="2727"/>
                  </a:lnTo>
                  <a:lnTo>
                    <a:pt x="1" y="3030"/>
                  </a:lnTo>
                  <a:lnTo>
                    <a:pt x="34" y="3367"/>
                  </a:lnTo>
                  <a:lnTo>
                    <a:pt x="68" y="3704"/>
                  </a:lnTo>
                  <a:lnTo>
                    <a:pt x="135" y="4007"/>
                  </a:lnTo>
                  <a:lnTo>
                    <a:pt x="236" y="4343"/>
                  </a:lnTo>
                  <a:lnTo>
                    <a:pt x="371" y="4646"/>
                  </a:lnTo>
                  <a:lnTo>
                    <a:pt x="506" y="4949"/>
                  </a:lnTo>
                  <a:lnTo>
                    <a:pt x="640" y="5219"/>
                  </a:lnTo>
                  <a:lnTo>
                    <a:pt x="809" y="5454"/>
                  </a:lnTo>
                  <a:lnTo>
                    <a:pt x="1011" y="5724"/>
                  </a:lnTo>
                  <a:lnTo>
                    <a:pt x="1280" y="5926"/>
                  </a:lnTo>
                  <a:lnTo>
                    <a:pt x="1549" y="6094"/>
                  </a:lnTo>
                  <a:lnTo>
                    <a:pt x="1819" y="6229"/>
                  </a:lnTo>
                  <a:lnTo>
                    <a:pt x="2155" y="6296"/>
                  </a:lnTo>
                  <a:lnTo>
                    <a:pt x="2459" y="6330"/>
                  </a:lnTo>
                  <a:lnTo>
                    <a:pt x="2795" y="6330"/>
                  </a:lnTo>
                  <a:lnTo>
                    <a:pt x="3132" y="6296"/>
                  </a:lnTo>
                  <a:lnTo>
                    <a:pt x="3906" y="6195"/>
                  </a:lnTo>
                  <a:lnTo>
                    <a:pt x="4647" y="5993"/>
                  </a:lnTo>
                  <a:lnTo>
                    <a:pt x="5017" y="5892"/>
                  </a:lnTo>
                  <a:lnTo>
                    <a:pt x="5388" y="5724"/>
                  </a:lnTo>
                  <a:lnTo>
                    <a:pt x="5758" y="5555"/>
                  </a:lnTo>
                  <a:lnTo>
                    <a:pt x="6095" y="5387"/>
                  </a:lnTo>
                  <a:lnTo>
                    <a:pt x="6364" y="5185"/>
                  </a:lnTo>
                  <a:lnTo>
                    <a:pt x="6600" y="4949"/>
                  </a:lnTo>
                  <a:lnTo>
                    <a:pt x="6835" y="4680"/>
                  </a:lnTo>
                  <a:lnTo>
                    <a:pt x="7037" y="4411"/>
                  </a:lnTo>
                  <a:lnTo>
                    <a:pt x="7239" y="4074"/>
                  </a:lnTo>
                  <a:lnTo>
                    <a:pt x="7408" y="3771"/>
                  </a:lnTo>
                  <a:lnTo>
                    <a:pt x="7542" y="3401"/>
                  </a:lnTo>
                  <a:lnTo>
                    <a:pt x="7643" y="3064"/>
                  </a:lnTo>
                  <a:lnTo>
                    <a:pt x="7711" y="2693"/>
                  </a:lnTo>
                  <a:lnTo>
                    <a:pt x="7744" y="2323"/>
                  </a:lnTo>
                  <a:lnTo>
                    <a:pt x="7778" y="1953"/>
                  </a:lnTo>
                  <a:lnTo>
                    <a:pt x="7744" y="1582"/>
                  </a:lnTo>
                  <a:lnTo>
                    <a:pt x="7677" y="1246"/>
                  </a:lnTo>
                  <a:lnTo>
                    <a:pt x="7610" y="909"/>
                  </a:lnTo>
                  <a:lnTo>
                    <a:pt x="7475" y="572"/>
                  </a:lnTo>
                  <a:lnTo>
                    <a:pt x="7307" y="303"/>
                  </a:lnTo>
                  <a:lnTo>
                    <a:pt x="7273" y="236"/>
                  </a:lnTo>
                  <a:lnTo>
                    <a:pt x="7172" y="236"/>
                  </a:lnTo>
                  <a:lnTo>
                    <a:pt x="7105" y="269"/>
                  </a:lnTo>
                  <a:lnTo>
                    <a:pt x="6835" y="168"/>
                  </a:lnTo>
                  <a:lnTo>
                    <a:pt x="6499" y="67"/>
                  </a:lnTo>
                  <a:lnTo>
                    <a:pt x="6196" y="34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33"/>
            <p:cNvSpPr/>
            <p:nvPr/>
          </p:nvSpPr>
          <p:spPr>
            <a:xfrm>
              <a:off x="448987" y="-6"/>
              <a:ext cx="954944" cy="405444"/>
            </a:xfrm>
            <a:custGeom>
              <a:avLst/>
              <a:gdLst/>
              <a:ahLst/>
              <a:cxnLst/>
              <a:rect l="l" t="t" r="r" b="b"/>
              <a:pathLst>
                <a:path w="19191" h="8148" extrusionOk="0">
                  <a:moveTo>
                    <a:pt x="9528" y="2761"/>
                  </a:moveTo>
                  <a:lnTo>
                    <a:pt x="9663" y="2794"/>
                  </a:lnTo>
                  <a:lnTo>
                    <a:pt x="9932" y="2895"/>
                  </a:lnTo>
                  <a:lnTo>
                    <a:pt x="10100" y="3030"/>
                  </a:lnTo>
                  <a:lnTo>
                    <a:pt x="10235" y="3165"/>
                  </a:lnTo>
                  <a:lnTo>
                    <a:pt x="10336" y="3333"/>
                  </a:lnTo>
                  <a:lnTo>
                    <a:pt x="9730" y="3367"/>
                  </a:lnTo>
                  <a:lnTo>
                    <a:pt x="9461" y="3367"/>
                  </a:lnTo>
                  <a:lnTo>
                    <a:pt x="9158" y="3434"/>
                  </a:lnTo>
                  <a:lnTo>
                    <a:pt x="9191" y="3400"/>
                  </a:lnTo>
                  <a:lnTo>
                    <a:pt x="9259" y="2963"/>
                  </a:lnTo>
                  <a:lnTo>
                    <a:pt x="9292" y="2828"/>
                  </a:lnTo>
                  <a:lnTo>
                    <a:pt x="9393" y="2761"/>
                  </a:lnTo>
                  <a:close/>
                  <a:moveTo>
                    <a:pt x="18618" y="3973"/>
                  </a:moveTo>
                  <a:lnTo>
                    <a:pt x="18719" y="4006"/>
                  </a:lnTo>
                  <a:lnTo>
                    <a:pt x="18820" y="4074"/>
                  </a:lnTo>
                  <a:lnTo>
                    <a:pt x="18888" y="4141"/>
                  </a:lnTo>
                  <a:lnTo>
                    <a:pt x="18955" y="4209"/>
                  </a:lnTo>
                  <a:lnTo>
                    <a:pt x="18989" y="4310"/>
                  </a:lnTo>
                  <a:lnTo>
                    <a:pt x="18989" y="4444"/>
                  </a:lnTo>
                  <a:lnTo>
                    <a:pt x="18989" y="4545"/>
                  </a:lnTo>
                  <a:lnTo>
                    <a:pt x="18955" y="4646"/>
                  </a:lnTo>
                  <a:lnTo>
                    <a:pt x="18854" y="4781"/>
                  </a:lnTo>
                  <a:lnTo>
                    <a:pt x="18719" y="4848"/>
                  </a:lnTo>
                  <a:lnTo>
                    <a:pt x="18585" y="4916"/>
                  </a:lnTo>
                  <a:lnTo>
                    <a:pt x="18450" y="4949"/>
                  </a:lnTo>
                  <a:lnTo>
                    <a:pt x="18214" y="4916"/>
                  </a:lnTo>
                  <a:lnTo>
                    <a:pt x="18012" y="4916"/>
                  </a:lnTo>
                  <a:lnTo>
                    <a:pt x="18181" y="4680"/>
                  </a:lnTo>
                  <a:lnTo>
                    <a:pt x="18349" y="4478"/>
                  </a:lnTo>
                  <a:lnTo>
                    <a:pt x="18484" y="4209"/>
                  </a:lnTo>
                  <a:lnTo>
                    <a:pt x="18618" y="3973"/>
                  </a:lnTo>
                  <a:close/>
                  <a:moveTo>
                    <a:pt x="1650" y="7171"/>
                  </a:moveTo>
                  <a:lnTo>
                    <a:pt x="1885" y="7373"/>
                  </a:lnTo>
                  <a:lnTo>
                    <a:pt x="2121" y="7542"/>
                  </a:lnTo>
                  <a:lnTo>
                    <a:pt x="2390" y="7676"/>
                  </a:lnTo>
                  <a:lnTo>
                    <a:pt x="2660" y="7811"/>
                  </a:lnTo>
                  <a:lnTo>
                    <a:pt x="2491" y="7878"/>
                  </a:lnTo>
                  <a:lnTo>
                    <a:pt x="2289" y="7946"/>
                  </a:lnTo>
                  <a:lnTo>
                    <a:pt x="2087" y="7946"/>
                  </a:lnTo>
                  <a:lnTo>
                    <a:pt x="1852" y="7912"/>
                  </a:lnTo>
                  <a:lnTo>
                    <a:pt x="1683" y="7845"/>
                  </a:lnTo>
                  <a:lnTo>
                    <a:pt x="1582" y="7777"/>
                  </a:lnTo>
                  <a:lnTo>
                    <a:pt x="1549" y="7710"/>
                  </a:lnTo>
                  <a:lnTo>
                    <a:pt x="1515" y="7609"/>
                  </a:lnTo>
                  <a:lnTo>
                    <a:pt x="1549" y="7542"/>
                  </a:lnTo>
                  <a:lnTo>
                    <a:pt x="1582" y="7340"/>
                  </a:lnTo>
                  <a:lnTo>
                    <a:pt x="1650" y="7171"/>
                  </a:lnTo>
                  <a:close/>
                  <a:moveTo>
                    <a:pt x="9090" y="0"/>
                  </a:moveTo>
                  <a:lnTo>
                    <a:pt x="7845" y="370"/>
                  </a:lnTo>
                  <a:lnTo>
                    <a:pt x="7373" y="471"/>
                  </a:lnTo>
                  <a:lnTo>
                    <a:pt x="6902" y="606"/>
                  </a:lnTo>
                  <a:lnTo>
                    <a:pt x="6397" y="707"/>
                  </a:lnTo>
                  <a:lnTo>
                    <a:pt x="5926" y="808"/>
                  </a:lnTo>
                  <a:lnTo>
                    <a:pt x="5017" y="1077"/>
                  </a:lnTo>
                  <a:lnTo>
                    <a:pt x="4141" y="1380"/>
                  </a:lnTo>
                  <a:lnTo>
                    <a:pt x="2323" y="1953"/>
                  </a:lnTo>
                  <a:lnTo>
                    <a:pt x="1549" y="2155"/>
                  </a:lnTo>
                  <a:lnTo>
                    <a:pt x="774" y="2390"/>
                  </a:lnTo>
                  <a:lnTo>
                    <a:pt x="438" y="2491"/>
                  </a:lnTo>
                  <a:lnTo>
                    <a:pt x="269" y="2559"/>
                  </a:lnTo>
                  <a:lnTo>
                    <a:pt x="135" y="2626"/>
                  </a:lnTo>
                  <a:lnTo>
                    <a:pt x="34" y="2626"/>
                  </a:lnTo>
                  <a:lnTo>
                    <a:pt x="34" y="2660"/>
                  </a:lnTo>
                  <a:lnTo>
                    <a:pt x="0" y="2727"/>
                  </a:lnTo>
                  <a:lnTo>
                    <a:pt x="0" y="3266"/>
                  </a:lnTo>
                  <a:lnTo>
                    <a:pt x="67" y="3838"/>
                  </a:lnTo>
                  <a:lnTo>
                    <a:pt x="168" y="4377"/>
                  </a:lnTo>
                  <a:lnTo>
                    <a:pt x="303" y="4949"/>
                  </a:lnTo>
                  <a:lnTo>
                    <a:pt x="539" y="5488"/>
                  </a:lnTo>
                  <a:lnTo>
                    <a:pt x="774" y="5993"/>
                  </a:lnTo>
                  <a:lnTo>
                    <a:pt x="1077" y="6464"/>
                  </a:lnTo>
                  <a:lnTo>
                    <a:pt x="1414" y="6902"/>
                  </a:lnTo>
                  <a:lnTo>
                    <a:pt x="1549" y="7070"/>
                  </a:lnTo>
                  <a:lnTo>
                    <a:pt x="1549" y="7104"/>
                  </a:lnTo>
                  <a:lnTo>
                    <a:pt x="1414" y="7306"/>
                  </a:lnTo>
                  <a:lnTo>
                    <a:pt x="1347" y="7542"/>
                  </a:lnTo>
                  <a:lnTo>
                    <a:pt x="1347" y="7676"/>
                  </a:lnTo>
                  <a:lnTo>
                    <a:pt x="1347" y="7777"/>
                  </a:lnTo>
                  <a:lnTo>
                    <a:pt x="1414" y="7878"/>
                  </a:lnTo>
                  <a:lnTo>
                    <a:pt x="1515" y="7979"/>
                  </a:lnTo>
                  <a:lnTo>
                    <a:pt x="1650" y="8047"/>
                  </a:lnTo>
                  <a:lnTo>
                    <a:pt x="1784" y="8114"/>
                  </a:lnTo>
                  <a:lnTo>
                    <a:pt x="1919" y="8148"/>
                  </a:lnTo>
                  <a:lnTo>
                    <a:pt x="2424" y="8148"/>
                  </a:lnTo>
                  <a:lnTo>
                    <a:pt x="2693" y="8047"/>
                  </a:lnTo>
                  <a:lnTo>
                    <a:pt x="2794" y="7979"/>
                  </a:lnTo>
                  <a:lnTo>
                    <a:pt x="2895" y="7912"/>
                  </a:lnTo>
                  <a:lnTo>
                    <a:pt x="3165" y="7979"/>
                  </a:lnTo>
                  <a:lnTo>
                    <a:pt x="3468" y="8047"/>
                  </a:lnTo>
                  <a:lnTo>
                    <a:pt x="4040" y="8148"/>
                  </a:lnTo>
                  <a:lnTo>
                    <a:pt x="4646" y="8148"/>
                  </a:lnTo>
                  <a:lnTo>
                    <a:pt x="5252" y="8080"/>
                  </a:lnTo>
                  <a:lnTo>
                    <a:pt x="5757" y="7946"/>
                  </a:lnTo>
                  <a:lnTo>
                    <a:pt x="6262" y="7811"/>
                  </a:lnTo>
                  <a:lnTo>
                    <a:pt x="6734" y="7609"/>
                  </a:lnTo>
                  <a:lnTo>
                    <a:pt x="7205" y="7373"/>
                  </a:lnTo>
                  <a:lnTo>
                    <a:pt x="7643" y="7070"/>
                  </a:lnTo>
                  <a:lnTo>
                    <a:pt x="8013" y="6734"/>
                  </a:lnTo>
                  <a:lnTo>
                    <a:pt x="8181" y="6565"/>
                  </a:lnTo>
                  <a:lnTo>
                    <a:pt x="8350" y="6330"/>
                  </a:lnTo>
                  <a:lnTo>
                    <a:pt x="8451" y="6128"/>
                  </a:lnTo>
                  <a:lnTo>
                    <a:pt x="8585" y="5892"/>
                  </a:lnTo>
                  <a:lnTo>
                    <a:pt x="8787" y="5320"/>
                  </a:lnTo>
                  <a:lnTo>
                    <a:pt x="8922" y="4781"/>
                  </a:lnTo>
                  <a:lnTo>
                    <a:pt x="9023" y="4209"/>
                  </a:lnTo>
                  <a:lnTo>
                    <a:pt x="9124" y="3636"/>
                  </a:lnTo>
                  <a:lnTo>
                    <a:pt x="10370" y="3535"/>
                  </a:lnTo>
                  <a:lnTo>
                    <a:pt x="10403" y="3501"/>
                  </a:lnTo>
                  <a:lnTo>
                    <a:pt x="10504" y="3771"/>
                  </a:lnTo>
                  <a:lnTo>
                    <a:pt x="10605" y="4040"/>
                  </a:lnTo>
                  <a:lnTo>
                    <a:pt x="10706" y="4242"/>
                  </a:lnTo>
                  <a:lnTo>
                    <a:pt x="10841" y="4444"/>
                  </a:lnTo>
                  <a:lnTo>
                    <a:pt x="11144" y="4781"/>
                  </a:lnTo>
                  <a:lnTo>
                    <a:pt x="11481" y="5118"/>
                  </a:lnTo>
                  <a:lnTo>
                    <a:pt x="11885" y="5387"/>
                  </a:lnTo>
                  <a:lnTo>
                    <a:pt x="12323" y="5623"/>
                  </a:lnTo>
                  <a:lnTo>
                    <a:pt x="12794" y="5825"/>
                  </a:lnTo>
                  <a:lnTo>
                    <a:pt x="13232" y="5959"/>
                  </a:lnTo>
                  <a:lnTo>
                    <a:pt x="13669" y="6060"/>
                  </a:lnTo>
                  <a:lnTo>
                    <a:pt x="14073" y="6128"/>
                  </a:lnTo>
                  <a:lnTo>
                    <a:pt x="14511" y="6161"/>
                  </a:lnTo>
                  <a:lnTo>
                    <a:pt x="14915" y="6161"/>
                  </a:lnTo>
                  <a:lnTo>
                    <a:pt x="15319" y="6128"/>
                  </a:lnTo>
                  <a:lnTo>
                    <a:pt x="15723" y="6060"/>
                  </a:lnTo>
                  <a:lnTo>
                    <a:pt x="16127" y="5959"/>
                  </a:lnTo>
                  <a:lnTo>
                    <a:pt x="16497" y="5858"/>
                  </a:lnTo>
                  <a:lnTo>
                    <a:pt x="16901" y="5690"/>
                  </a:lnTo>
                  <a:lnTo>
                    <a:pt x="17171" y="5555"/>
                  </a:lnTo>
                  <a:lnTo>
                    <a:pt x="17440" y="5387"/>
                  </a:lnTo>
                  <a:lnTo>
                    <a:pt x="17676" y="5219"/>
                  </a:lnTo>
                  <a:lnTo>
                    <a:pt x="17911" y="5017"/>
                  </a:lnTo>
                  <a:lnTo>
                    <a:pt x="18046" y="5084"/>
                  </a:lnTo>
                  <a:lnTo>
                    <a:pt x="18214" y="5118"/>
                  </a:lnTo>
                  <a:lnTo>
                    <a:pt x="18517" y="5118"/>
                  </a:lnTo>
                  <a:lnTo>
                    <a:pt x="18719" y="5050"/>
                  </a:lnTo>
                  <a:lnTo>
                    <a:pt x="18888" y="4983"/>
                  </a:lnTo>
                  <a:lnTo>
                    <a:pt x="19022" y="4848"/>
                  </a:lnTo>
                  <a:lnTo>
                    <a:pt x="19123" y="4714"/>
                  </a:lnTo>
                  <a:lnTo>
                    <a:pt x="19191" y="4579"/>
                  </a:lnTo>
                  <a:lnTo>
                    <a:pt x="19191" y="4411"/>
                  </a:lnTo>
                  <a:lnTo>
                    <a:pt x="19157" y="4276"/>
                  </a:lnTo>
                  <a:lnTo>
                    <a:pt x="19123" y="4141"/>
                  </a:lnTo>
                  <a:lnTo>
                    <a:pt x="19056" y="4040"/>
                  </a:lnTo>
                  <a:lnTo>
                    <a:pt x="18921" y="3905"/>
                  </a:lnTo>
                  <a:lnTo>
                    <a:pt x="18820" y="3838"/>
                  </a:lnTo>
                  <a:lnTo>
                    <a:pt x="18686" y="3804"/>
                  </a:lnTo>
                  <a:lnTo>
                    <a:pt x="18787" y="3400"/>
                  </a:lnTo>
                  <a:lnTo>
                    <a:pt x="18888" y="2996"/>
                  </a:lnTo>
                  <a:lnTo>
                    <a:pt x="18989" y="2357"/>
                  </a:lnTo>
                  <a:lnTo>
                    <a:pt x="19022" y="1717"/>
                  </a:lnTo>
                  <a:lnTo>
                    <a:pt x="19056" y="1077"/>
                  </a:lnTo>
                  <a:lnTo>
                    <a:pt x="19022" y="438"/>
                  </a:lnTo>
                  <a:lnTo>
                    <a:pt x="19022" y="0"/>
                  </a:lnTo>
                  <a:lnTo>
                    <a:pt x="18753" y="0"/>
                  </a:lnTo>
                  <a:lnTo>
                    <a:pt x="18753" y="640"/>
                  </a:lnTo>
                  <a:lnTo>
                    <a:pt x="18787" y="1279"/>
                  </a:lnTo>
                  <a:lnTo>
                    <a:pt x="18753" y="1919"/>
                  </a:lnTo>
                  <a:lnTo>
                    <a:pt x="18686" y="2559"/>
                  </a:lnTo>
                  <a:lnTo>
                    <a:pt x="18585" y="3165"/>
                  </a:lnTo>
                  <a:lnTo>
                    <a:pt x="18551" y="3400"/>
                  </a:lnTo>
                  <a:lnTo>
                    <a:pt x="18450" y="3636"/>
                  </a:lnTo>
                  <a:lnTo>
                    <a:pt x="18282" y="4074"/>
                  </a:lnTo>
                  <a:lnTo>
                    <a:pt x="18012" y="4478"/>
                  </a:lnTo>
                  <a:lnTo>
                    <a:pt x="17709" y="4815"/>
                  </a:lnTo>
                  <a:lnTo>
                    <a:pt x="17339" y="5118"/>
                  </a:lnTo>
                  <a:lnTo>
                    <a:pt x="16969" y="5353"/>
                  </a:lnTo>
                  <a:lnTo>
                    <a:pt x="16531" y="5555"/>
                  </a:lnTo>
                  <a:lnTo>
                    <a:pt x="16060" y="5724"/>
                  </a:lnTo>
                  <a:lnTo>
                    <a:pt x="15656" y="5825"/>
                  </a:lnTo>
                  <a:lnTo>
                    <a:pt x="15252" y="5858"/>
                  </a:lnTo>
                  <a:lnTo>
                    <a:pt x="14848" y="5892"/>
                  </a:lnTo>
                  <a:lnTo>
                    <a:pt x="14444" y="5892"/>
                  </a:lnTo>
                  <a:lnTo>
                    <a:pt x="14040" y="5858"/>
                  </a:lnTo>
                  <a:lnTo>
                    <a:pt x="13636" y="5791"/>
                  </a:lnTo>
                  <a:lnTo>
                    <a:pt x="13265" y="5690"/>
                  </a:lnTo>
                  <a:lnTo>
                    <a:pt x="12861" y="5589"/>
                  </a:lnTo>
                  <a:lnTo>
                    <a:pt x="12592" y="5454"/>
                  </a:lnTo>
                  <a:lnTo>
                    <a:pt x="12289" y="5320"/>
                  </a:lnTo>
                  <a:lnTo>
                    <a:pt x="12020" y="5151"/>
                  </a:lnTo>
                  <a:lnTo>
                    <a:pt x="11750" y="4983"/>
                  </a:lnTo>
                  <a:lnTo>
                    <a:pt x="11481" y="4781"/>
                  </a:lnTo>
                  <a:lnTo>
                    <a:pt x="11245" y="4545"/>
                  </a:lnTo>
                  <a:lnTo>
                    <a:pt x="11043" y="4310"/>
                  </a:lnTo>
                  <a:lnTo>
                    <a:pt x="10875" y="4040"/>
                  </a:lnTo>
                  <a:lnTo>
                    <a:pt x="10706" y="3703"/>
                  </a:lnTo>
                  <a:lnTo>
                    <a:pt x="10572" y="3367"/>
                  </a:lnTo>
                  <a:lnTo>
                    <a:pt x="10403" y="3030"/>
                  </a:lnTo>
                  <a:lnTo>
                    <a:pt x="10302" y="2862"/>
                  </a:lnTo>
                  <a:lnTo>
                    <a:pt x="10168" y="2727"/>
                  </a:lnTo>
                  <a:lnTo>
                    <a:pt x="9999" y="2626"/>
                  </a:lnTo>
                  <a:lnTo>
                    <a:pt x="9764" y="2559"/>
                  </a:lnTo>
                  <a:lnTo>
                    <a:pt x="9528" y="2491"/>
                  </a:lnTo>
                  <a:lnTo>
                    <a:pt x="9326" y="2525"/>
                  </a:lnTo>
                  <a:lnTo>
                    <a:pt x="9191" y="2592"/>
                  </a:lnTo>
                  <a:lnTo>
                    <a:pt x="9124" y="2660"/>
                  </a:lnTo>
                  <a:lnTo>
                    <a:pt x="9057" y="2761"/>
                  </a:lnTo>
                  <a:lnTo>
                    <a:pt x="9023" y="2862"/>
                  </a:lnTo>
                  <a:lnTo>
                    <a:pt x="8956" y="3097"/>
                  </a:lnTo>
                  <a:lnTo>
                    <a:pt x="8922" y="3367"/>
                  </a:lnTo>
                  <a:lnTo>
                    <a:pt x="8720" y="4478"/>
                  </a:lnTo>
                  <a:lnTo>
                    <a:pt x="8585" y="5017"/>
                  </a:lnTo>
                  <a:lnTo>
                    <a:pt x="8417" y="5555"/>
                  </a:lnTo>
                  <a:lnTo>
                    <a:pt x="8316" y="5825"/>
                  </a:lnTo>
                  <a:lnTo>
                    <a:pt x="8181" y="6060"/>
                  </a:lnTo>
                  <a:lnTo>
                    <a:pt x="8047" y="6296"/>
                  </a:lnTo>
                  <a:lnTo>
                    <a:pt x="7878" y="6498"/>
                  </a:lnTo>
                  <a:lnTo>
                    <a:pt x="7676" y="6700"/>
                  </a:lnTo>
                  <a:lnTo>
                    <a:pt x="7474" y="6868"/>
                  </a:lnTo>
                  <a:lnTo>
                    <a:pt x="7239" y="7037"/>
                  </a:lnTo>
                  <a:lnTo>
                    <a:pt x="6969" y="7205"/>
                  </a:lnTo>
                  <a:lnTo>
                    <a:pt x="6363" y="7441"/>
                  </a:lnTo>
                  <a:lnTo>
                    <a:pt x="5757" y="7643"/>
                  </a:lnTo>
                  <a:lnTo>
                    <a:pt x="5151" y="7811"/>
                  </a:lnTo>
                  <a:lnTo>
                    <a:pt x="4545" y="7878"/>
                  </a:lnTo>
                  <a:lnTo>
                    <a:pt x="3939" y="7878"/>
                  </a:lnTo>
                  <a:lnTo>
                    <a:pt x="3636" y="7845"/>
                  </a:lnTo>
                  <a:lnTo>
                    <a:pt x="3333" y="7777"/>
                  </a:lnTo>
                  <a:lnTo>
                    <a:pt x="3030" y="7676"/>
                  </a:lnTo>
                  <a:lnTo>
                    <a:pt x="2727" y="7575"/>
                  </a:lnTo>
                  <a:lnTo>
                    <a:pt x="2424" y="7407"/>
                  </a:lnTo>
                  <a:lnTo>
                    <a:pt x="2155" y="7239"/>
                  </a:lnTo>
                  <a:lnTo>
                    <a:pt x="1919" y="7070"/>
                  </a:lnTo>
                  <a:lnTo>
                    <a:pt x="1683" y="6868"/>
                  </a:lnTo>
                  <a:lnTo>
                    <a:pt x="1481" y="6633"/>
                  </a:lnTo>
                  <a:lnTo>
                    <a:pt x="1279" y="6397"/>
                  </a:lnTo>
                  <a:lnTo>
                    <a:pt x="1077" y="6128"/>
                  </a:lnTo>
                  <a:lnTo>
                    <a:pt x="943" y="5858"/>
                  </a:lnTo>
                  <a:lnTo>
                    <a:pt x="640" y="5252"/>
                  </a:lnTo>
                  <a:lnTo>
                    <a:pt x="438" y="4613"/>
                  </a:lnTo>
                  <a:lnTo>
                    <a:pt x="303" y="4006"/>
                  </a:lnTo>
                  <a:lnTo>
                    <a:pt x="202" y="3367"/>
                  </a:lnTo>
                  <a:lnTo>
                    <a:pt x="202" y="2761"/>
                  </a:lnTo>
                  <a:lnTo>
                    <a:pt x="505" y="2626"/>
                  </a:lnTo>
                  <a:lnTo>
                    <a:pt x="808" y="2491"/>
                  </a:lnTo>
                  <a:lnTo>
                    <a:pt x="1515" y="2323"/>
                  </a:lnTo>
                  <a:lnTo>
                    <a:pt x="2188" y="2155"/>
                  </a:lnTo>
                  <a:lnTo>
                    <a:pt x="2862" y="1986"/>
                  </a:lnTo>
                  <a:lnTo>
                    <a:pt x="4545" y="1481"/>
                  </a:lnTo>
                  <a:lnTo>
                    <a:pt x="5387" y="1212"/>
                  </a:lnTo>
                  <a:lnTo>
                    <a:pt x="6229" y="943"/>
                  </a:lnTo>
                  <a:lnTo>
                    <a:pt x="7070" y="774"/>
                  </a:lnTo>
                  <a:lnTo>
                    <a:pt x="7912" y="572"/>
                  </a:lnTo>
                  <a:lnTo>
                    <a:pt x="8686" y="370"/>
                  </a:lnTo>
                  <a:lnTo>
                    <a:pt x="9090" y="269"/>
                  </a:lnTo>
                  <a:lnTo>
                    <a:pt x="9461" y="168"/>
                  </a:lnTo>
                  <a:lnTo>
                    <a:pt x="102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3"/>
            <p:cNvSpPr/>
            <p:nvPr/>
          </p:nvSpPr>
          <p:spPr>
            <a:xfrm>
              <a:off x="963306" y="-6"/>
              <a:ext cx="395393" cy="271441"/>
            </a:xfrm>
            <a:custGeom>
              <a:avLst/>
              <a:gdLst/>
              <a:ahLst/>
              <a:cxnLst/>
              <a:rect l="l" t="t" r="r" b="b"/>
              <a:pathLst>
                <a:path w="7946" h="5455" extrusionOk="0">
                  <a:moveTo>
                    <a:pt x="7373" y="1380"/>
                  </a:moveTo>
                  <a:lnTo>
                    <a:pt x="7609" y="2155"/>
                  </a:lnTo>
                  <a:lnTo>
                    <a:pt x="7676" y="2559"/>
                  </a:lnTo>
                  <a:lnTo>
                    <a:pt x="7710" y="2996"/>
                  </a:lnTo>
                  <a:lnTo>
                    <a:pt x="7710" y="3232"/>
                  </a:lnTo>
                  <a:lnTo>
                    <a:pt x="7676" y="3434"/>
                  </a:lnTo>
                  <a:lnTo>
                    <a:pt x="7643" y="3400"/>
                  </a:lnTo>
                  <a:lnTo>
                    <a:pt x="6700" y="2828"/>
                  </a:lnTo>
                  <a:lnTo>
                    <a:pt x="6229" y="2559"/>
                  </a:lnTo>
                  <a:lnTo>
                    <a:pt x="5757" y="2323"/>
                  </a:lnTo>
                  <a:lnTo>
                    <a:pt x="5387" y="2121"/>
                  </a:lnTo>
                  <a:lnTo>
                    <a:pt x="5185" y="2054"/>
                  </a:lnTo>
                  <a:lnTo>
                    <a:pt x="4983" y="1986"/>
                  </a:lnTo>
                  <a:lnTo>
                    <a:pt x="6195" y="1717"/>
                  </a:lnTo>
                  <a:lnTo>
                    <a:pt x="6801" y="1549"/>
                  </a:lnTo>
                  <a:lnTo>
                    <a:pt x="7373" y="1380"/>
                  </a:lnTo>
                  <a:close/>
                  <a:moveTo>
                    <a:pt x="4512" y="2087"/>
                  </a:moveTo>
                  <a:lnTo>
                    <a:pt x="5151" y="2323"/>
                  </a:lnTo>
                  <a:lnTo>
                    <a:pt x="5454" y="2424"/>
                  </a:lnTo>
                  <a:lnTo>
                    <a:pt x="5791" y="2559"/>
                  </a:lnTo>
                  <a:lnTo>
                    <a:pt x="6229" y="2794"/>
                  </a:lnTo>
                  <a:lnTo>
                    <a:pt x="6666" y="3064"/>
                  </a:lnTo>
                  <a:lnTo>
                    <a:pt x="7104" y="3333"/>
                  </a:lnTo>
                  <a:lnTo>
                    <a:pt x="7542" y="3602"/>
                  </a:lnTo>
                  <a:lnTo>
                    <a:pt x="7609" y="3602"/>
                  </a:lnTo>
                  <a:lnTo>
                    <a:pt x="7508" y="3838"/>
                  </a:lnTo>
                  <a:lnTo>
                    <a:pt x="7373" y="4040"/>
                  </a:lnTo>
                  <a:lnTo>
                    <a:pt x="7205" y="4242"/>
                  </a:lnTo>
                  <a:lnTo>
                    <a:pt x="7003" y="4411"/>
                  </a:lnTo>
                  <a:lnTo>
                    <a:pt x="6599" y="3939"/>
                  </a:lnTo>
                  <a:lnTo>
                    <a:pt x="6363" y="3703"/>
                  </a:lnTo>
                  <a:lnTo>
                    <a:pt x="6128" y="3468"/>
                  </a:lnTo>
                  <a:lnTo>
                    <a:pt x="5858" y="3266"/>
                  </a:lnTo>
                  <a:lnTo>
                    <a:pt x="5589" y="3097"/>
                  </a:lnTo>
                  <a:lnTo>
                    <a:pt x="5286" y="2963"/>
                  </a:lnTo>
                  <a:lnTo>
                    <a:pt x="4983" y="2929"/>
                  </a:lnTo>
                  <a:lnTo>
                    <a:pt x="4478" y="2895"/>
                  </a:lnTo>
                  <a:lnTo>
                    <a:pt x="3973" y="2929"/>
                  </a:lnTo>
                  <a:lnTo>
                    <a:pt x="2963" y="2996"/>
                  </a:lnTo>
                  <a:lnTo>
                    <a:pt x="1987" y="3097"/>
                  </a:lnTo>
                  <a:lnTo>
                    <a:pt x="976" y="3165"/>
                  </a:lnTo>
                  <a:lnTo>
                    <a:pt x="909" y="3198"/>
                  </a:lnTo>
                  <a:lnTo>
                    <a:pt x="909" y="3232"/>
                  </a:lnTo>
                  <a:lnTo>
                    <a:pt x="875" y="3165"/>
                  </a:lnTo>
                  <a:lnTo>
                    <a:pt x="741" y="2996"/>
                  </a:lnTo>
                  <a:lnTo>
                    <a:pt x="1145" y="2895"/>
                  </a:lnTo>
                  <a:lnTo>
                    <a:pt x="1549" y="2794"/>
                  </a:lnTo>
                  <a:lnTo>
                    <a:pt x="2357" y="2592"/>
                  </a:lnTo>
                  <a:lnTo>
                    <a:pt x="3973" y="2222"/>
                  </a:lnTo>
                  <a:lnTo>
                    <a:pt x="4512" y="2087"/>
                  </a:lnTo>
                  <a:close/>
                  <a:moveTo>
                    <a:pt x="4646" y="3131"/>
                  </a:moveTo>
                  <a:lnTo>
                    <a:pt x="4882" y="3165"/>
                  </a:lnTo>
                  <a:lnTo>
                    <a:pt x="5084" y="3198"/>
                  </a:lnTo>
                  <a:lnTo>
                    <a:pt x="5320" y="3232"/>
                  </a:lnTo>
                  <a:lnTo>
                    <a:pt x="5522" y="3333"/>
                  </a:lnTo>
                  <a:lnTo>
                    <a:pt x="5757" y="3434"/>
                  </a:lnTo>
                  <a:lnTo>
                    <a:pt x="5959" y="3602"/>
                  </a:lnTo>
                  <a:lnTo>
                    <a:pt x="6195" y="3804"/>
                  </a:lnTo>
                  <a:lnTo>
                    <a:pt x="6397" y="4040"/>
                  </a:lnTo>
                  <a:lnTo>
                    <a:pt x="6835" y="4545"/>
                  </a:lnTo>
                  <a:lnTo>
                    <a:pt x="6532" y="4680"/>
                  </a:lnTo>
                  <a:lnTo>
                    <a:pt x="6195" y="4815"/>
                  </a:lnTo>
                  <a:lnTo>
                    <a:pt x="5825" y="4916"/>
                  </a:lnTo>
                  <a:lnTo>
                    <a:pt x="5454" y="5017"/>
                  </a:lnTo>
                  <a:lnTo>
                    <a:pt x="4714" y="5118"/>
                  </a:lnTo>
                  <a:lnTo>
                    <a:pt x="4040" y="5185"/>
                  </a:lnTo>
                  <a:lnTo>
                    <a:pt x="3468" y="5219"/>
                  </a:lnTo>
                  <a:lnTo>
                    <a:pt x="3199" y="5185"/>
                  </a:lnTo>
                  <a:lnTo>
                    <a:pt x="2929" y="5151"/>
                  </a:lnTo>
                  <a:lnTo>
                    <a:pt x="2660" y="5084"/>
                  </a:lnTo>
                  <a:lnTo>
                    <a:pt x="2424" y="4983"/>
                  </a:lnTo>
                  <a:lnTo>
                    <a:pt x="2189" y="4848"/>
                  </a:lnTo>
                  <a:lnTo>
                    <a:pt x="1953" y="4680"/>
                  </a:lnTo>
                  <a:lnTo>
                    <a:pt x="1650" y="4377"/>
                  </a:lnTo>
                  <a:lnTo>
                    <a:pt x="1414" y="4040"/>
                  </a:lnTo>
                  <a:lnTo>
                    <a:pt x="943" y="3299"/>
                  </a:lnTo>
                  <a:lnTo>
                    <a:pt x="943" y="3299"/>
                  </a:lnTo>
                  <a:lnTo>
                    <a:pt x="976" y="3333"/>
                  </a:lnTo>
                  <a:lnTo>
                    <a:pt x="1785" y="3333"/>
                  </a:lnTo>
                  <a:lnTo>
                    <a:pt x="2559" y="3299"/>
                  </a:lnTo>
                  <a:lnTo>
                    <a:pt x="3367" y="3198"/>
                  </a:lnTo>
                  <a:lnTo>
                    <a:pt x="4141" y="3131"/>
                  </a:lnTo>
                  <a:close/>
                  <a:moveTo>
                    <a:pt x="1583" y="0"/>
                  </a:moveTo>
                  <a:lnTo>
                    <a:pt x="1313" y="101"/>
                  </a:lnTo>
                  <a:lnTo>
                    <a:pt x="1010" y="236"/>
                  </a:lnTo>
                  <a:lnTo>
                    <a:pt x="774" y="404"/>
                  </a:lnTo>
                  <a:lnTo>
                    <a:pt x="572" y="539"/>
                  </a:lnTo>
                  <a:lnTo>
                    <a:pt x="370" y="707"/>
                  </a:lnTo>
                  <a:lnTo>
                    <a:pt x="202" y="909"/>
                  </a:lnTo>
                  <a:lnTo>
                    <a:pt x="101" y="1111"/>
                  </a:lnTo>
                  <a:lnTo>
                    <a:pt x="0" y="1347"/>
                  </a:lnTo>
                  <a:lnTo>
                    <a:pt x="0" y="1582"/>
                  </a:lnTo>
                  <a:lnTo>
                    <a:pt x="0" y="1818"/>
                  </a:lnTo>
                  <a:lnTo>
                    <a:pt x="34" y="2054"/>
                  </a:lnTo>
                  <a:lnTo>
                    <a:pt x="135" y="2323"/>
                  </a:lnTo>
                  <a:lnTo>
                    <a:pt x="370" y="2828"/>
                  </a:lnTo>
                  <a:lnTo>
                    <a:pt x="673" y="3367"/>
                  </a:lnTo>
                  <a:lnTo>
                    <a:pt x="976" y="3838"/>
                  </a:lnTo>
                  <a:lnTo>
                    <a:pt x="1313" y="4310"/>
                  </a:lnTo>
                  <a:lnTo>
                    <a:pt x="1616" y="4714"/>
                  </a:lnTo>
                  <a:lnTo>
                    <a:pt x="1818" y="4882"/>
                  </a:lnTo>
                  <a:lnTo>
                    <a:pt x="2020" y="5017"/>
                  </a:lnTo>
                  <a:lnTo>
                    <a:pt x="2222" y="5151"/>
                  </a:lnTo>
                  <a:lnTo>
                    <a:pt x="2424" y="5286"/>
                  </a:lnTo>
                  <a:lnTo>
                    <a:pt x="2660" y="5353"/>
                  </a:lnTo>
                  <a:lnTo>
                    <a:pt x="2929" y="5421"/>
                  </a:lnTo>
                  <a:lnTo>
                    <a:pt x="3300" y="5454"/>
                  </a:lnTo>
                  <a:lnTo>
                    <a:pt x="3670" y="5454"/>
                  </a:lnTo>
                  <a:lnTo>
                    <a:pt x="4040" y="5421"/>
                  </a:lnTo>
                  <a:lnTo>
                    <a:pt x="4444" y="5387"/>
                  </a:lnTo>
                  <a:lnTo>
                    <a:pt x="5185" y="5286"/>
                  </a:lnTo>
                  <a:lnTo>
                    <a:pt x="5926" y="5118"/>
                  </a:lnTo>
                  <a:lnTo>
                    <a:pt x="6229" y="5050"/>
                  </a:lnTo>
                  <a:lnTo>
                    <a:pt x="6498" y="4949"/>
                  </a:lnTo>
                  <a:lnTo>
                    <a:pt x="6767" y="4848"/>
                  </a:lnTo>
                  <a:lnTo>
                    <a:pt x="7003" y="4714"/>
                  </a:lnTo>
                  <a:lnTo>
                    <a:pt x="7205" y="4579"/>
                  </a:lnTo>
                  <a:lnTo>
                    <a:pt x="7407" y="4377"/>
                  </a:lnTo>
                  <a:lnTo>
                    <a:pt x="7609" y="4175"/>
                  </a:lnTo>
                  <a:lnTo>
                    <a:pt x="7744" y="3905"/>
                  </a:lnTo>
                  <a:lnTo>
                    <a:pt x="7878" y="3636"/>
                  </a:lnTo>
                  <a:lnTo>
                    <a:pt x="7946" y="3367"/>
                  </a:lnTo>
                  <a:lnTo>
                    <a:pt x="7946" y="3064"/>
                  </a:lnTo>
                  <a:lnTo>
                    <a:pt x="7946" y="2794"/>
                  </a:lnTo>
                  <a:lnTo>
                    <a:pt x="7946" y="2525"/>
                  </a:lnTo>
                  <a:lnTo>
                    <a:pt x="7878" y="2222"/>
                  </a:lnTo>
                  <a:lnTo>
                    <a:pt x="7777" y="1683"/>
                  </a:lnTo>
                  <a:lnTo>
                    <a:pt x="7542" y="842"/>
                  </a:lnTo>
                  <a:lnTo>
                    <a:pt x="7272" y="0"/>
                  </a:lnTo>
                  <a:lnTo>
                    <a:pt x="6936" y="0"/>
                  </a:lnTo>
                  <a:lnTo>
                    <a:pt x="7104" y="404"/>
                  </a:lnTo>
                  <a:lnTo>
                    <a:pt x="7239" y="875"/>
                  </a:lnTo>
                  <a:lnTo>
                    <a:pt x="7306" y="1145"/>
                  </a:lnTo>
                  <a:lnTo>
                    <a:pt x="6498" y="1380"/>
                  </a:lnTo>
                  <a:lnTo>
                    <a:pt x="5623" y="1616"/>
                  </a:lnTo>
                  <a:lnTo>
                    <a:pt x="3939" y="2020"/>
                  </a:lnTo>
                  <a:lnTo>
                    <a:pt x="3131" y="2188"/>
                  </a:lnTo>
                  <a:lnTo>
                    <a:pt x="2256" y="2323"/>
                  </a:lnTo>
                  <a:lnTo>
                    <a:pt x="1852" y="2424"/>
                  </a:lnTo>
                  <a:lnTo>
                    <a:pt x="1448" y="2559"/>
                  </a:lnTo>
                  <a:lnTo>
                    <a:pt x="1044" y="2693"/>
                  </a:lnTo>
                  <a:lnTo>
                    <a:pt x="707" y="2895"/>
                  </a:lnTo>
                  <a:lnTo>
                    <a:pt x="505" y="2592"/>
                  </a:lnTo>
                  <a:lnTo>
                    <a:pt x="370" y="2289"/>
                  </a:lnTo>
                  <a:lnTo>
                    <a:pt x="269" y="1986"/>
                  </a:lnTo>
                  <a:lnTo>
                    <a:pt x="202" y="1650"/>
                  </a:lnTo>
                  <a:lnTo>
                    <a:pt x="370" y="1683"/>
                  </a:lnTo>
                  <a:lnTo>
                    <a:pt x="741" y="1683"/>
                  </a:lnTo>
                  <a:lnTo>
                    <a:pt x="909" y="1616"/>
                  </a:lnTo>
                  <a:lnTo>
                    <a:pt x="1280" y="1481"/>
                  </a:lnTo>
                  <a:lnTo>
                    <a:pt x="1583" y="1347"/>
                  </a:lnTo>
                  <a:lnTo>
                    <a:pt x="3805" y="606"/>
                  </a:lnTo>
                  <a:lnTo>
                    <a:pt x="4512" y="303"/>
                  </a:lnTo>
                  <a:lnTo>
                    <a:pt x="5252" y="0"/>
                  </a:lnTo>
                  <a:lnTo>
                    <a:pt x="4579" y="0"/>
                  </a:lnTo>
                  <a:lnTo>
                    <a:pt x="4040" y="236"/>
                  </a:lnTo>
                  <a:lnTo>
                    <a:pt x="3502" y="438"/>
                  </a:lnTo>
                  <a:lnTo>
                    <a:pt x="202" y="1582"/>
                  </a:lnTo>
                  <a:lnTo>
                    <a:pt x="236" y="1347"/>
                  </a:lnTo>
                  <a:lnTo>
                    <a:pt x="269" y="1212"/>
                  </a:lnTo>
                  <a:lnTo>
                    <a:pt x="337" y="1077"/>
                  </a:lnTo>
                  <a:lnTo>
                    <a:pt x="505" y="842"/>
                  </a:lnTo>
                  <a:lnTo>
                    <a:pt x="774" y="640"/>
                  </a:lnTo>
                  <a:lnTo>
                    <a:pt x="1078" y="471"/>
                  </a:lnTo>
                  <a:lnTo>
                    <a:pt x="1414" y="303"/>
                  </a:lnTo>
                  <a:lnTo>
                    <a:pt x="1717" y="202"/>
                  </a:lnTo>
                  <a:lnTo>
                    <a:pt x="2054" y="101"/>
                  </a:lnTo>
                  <a:lnTo>
                    <a:pt x="2323" y="67"/>
                  </a:lnTo>
                  <a:lnTo>
                    <a:pt x="2357" y="67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33"/>
            <p:cNvSpPr/>
            <p:nvPr/>
          </p:nvSpPr>
          <p:spPr>
            <a:xfrm>
              <a:off x="1661887" y="155793"/>
              <a:ext cx="390417" cy="172568"/>
            </a:xfrm>
            <a:custGeom>
              <a:avLst/>
              <a:gdLst/>
              <a:ahLst/>
              <a:cxnLst/>
              <a:rect l="l" t="t" r="r" b="b"/>
              <a:pathLst>
                <a:path w="7846" h="3468" extrusionOk="0">
                  <a:moveTo>
                    <a:pt x="135" y="707"/>
                  </a:moveTo>
                  <a:lnTo>
                    <a:pt x="304" y="774"/>
                  </a:lnTo>
                  <a:lnTo>
                    <a:pt x="1583" y="774"/>
                  </a:lnTo>
                  <a:lnTo>
                    <a:pt x="1549" y="1179"/>
                  </a:lnTo>
                  <a:lnTo>
                    <a:pt x="1516" y="1549"/>
                  </a:lnTo>
                  <a:lnTo>
                    <a:pt x="1549" y="1953"/>
                  </a:lnTo>
                  <a:lnTo>
                    <a:pt x="506" y="1953"/>
                  </a:lnTo>
                  <a:lnTo>
                    <a:pt x="371" y="1987"/>
                  </a:lnTo>
                  <a:lnTo>
                    <a:pt x="203" y="2054"/>
                  </a:lnTo>
                  <a:lnTo>
                    <a:pt x="203" y="1717"/>
                  </a:lnTo>
                  <a:lnTo>
                    <a:pt x="203" y="1347"/>
                  </a:lnTo>
                  <a:lnTo>
                    <a:pt x="203" y="1010"/>
                  </a:lnTo>
                  <a:lnTo>
                    <a:pt x="203" y="875"/>
                  </a:lnTo>
                  <a:lnTo>
                    <a:pt x="135" y="707"/>
                  </a:lnTo>
                  <a:close/>
                  <a:moveTo>
                    <a:pt x="2189" y="236"/>
                  </a:moveTo>
                  <a:lnTo>
                    <a:pt x="2862" y="303"/>
                  </a:lnTo>
                  <a:lnTo>
                    <a:pt x="3536" y="303"/>
                  </a:lnTo>
                  <a:lnTo>
                    <a:pt x="4883" y="269"/>
                  </a:lnTo>
                  <a:lnTo>
                    <a:pt x="5556" y="303"/>
                  </a:lnTo>
                  <a:lnTo>
                    <a:pt x="6229" y="337"/>
                  </a:lnTo>
                  <a:lnTo>
                    <a:pt x="6903" y="370"/>
                  </a:lnTo>
                  <a:lnTo>
                    <a:pt x="7610" y="404"/>
                  </a:lnTo>
                  <a:lnTo>
                    <a:pt x="7542" y="707"/>
                  </a:lnTo>
                  <a:lnTo>
                    <a:pt x="7509" y="1044"/>
                  </a:lnTo>
                  <a:lnTo>
                    <a:pt x="7542" y="1684"/>
                  </a:lnTo>
                  <a:lnTo>
                    <a:pt x="7542" y="3098"/>
                  </a:lnTo>
                  <a:lnTo>
                    <a:pt x="6229" y="3030"/>
                  </a:lnTo>
                  <a:lnTo>
                    <a:pt x="4883" y="2963"/>
                  </a:lnTo>
                  <a:lnTo>
                    <a:pt x="3671" y="2862"/>
                  </a:lnTo>
                  <a:lnTo>
                    <a:pt x="3064" y="2828"/>
                  </a:lnTo>
                  <a:lnTo>
                    <a:pt x="2458" y="2862"/>
                  </a:lnTo>
                  <a:lnTo>
                    <a:pt x="2458" y="2828"/>
                  </a:lnTo>
                  <a:lnTo>
                    <a:pt x="2391" y="2795"/>
                  </a:lnTo>
                  <a:lnTo>
                    <a:pt x="2189" y="2694"/>
                  </a:lnTo>
                  <a:lnTo>
                    <a:pt x="2021" y="2626"/>
                  </a:lnTo>
                  <a:lnTo>
                    <a:pt x="1953" y="2559"/>
                  </a:lnTo>
                  <a:lnTo>
                    <a:pt x="1886" y="2492"/>
                  </a:lnTo>
                  <a:lnTo>
                    <a:pt x="1785" y="2256"/>
                  </a:lnTo>
                  <a:lnTo>
                    <a:pt x="1751" y="2088"/>
                  </a:lnTo>
                  <a:lnTo>
                    <a:pt x="1751" y="1886"/>
                  </a:lnTo>
                  <a:lnTo>
                    <a:pt x="1785" y="1549"/>
                  </a:lnTo>
                  <a:lnTo>
                    <a:pt x="1785" y="1179"/>
                  </a:lnTo>
                  <a:lnTo>
                    <a:pt x="1785" y="774"/>
                  </a:lnTo>
                  <a:lnTo>
                    <a:pt x="1852" y="606"/>
                  </a:lnTo>
                  <a:lnTo>
                    <a:pt x="1920" y="438"/>
                  </a:lnTo>
                  <a:lnTo>
                    <a:pt x="2021" y="337"/>
                  </a:lnTo>
                  <a:lnTo>
                    <a:pt x="2189" y="236"/>
                  </a:lnTo>
                  <a:close/>
                  <a:moveTo>
                    <a:pt x="3603" y="0"/>
                  </a:moveTo>
                  <a:lnTo>
                    <a:pt x="2930" y="34"/>
                  </a:lnTo>
                  <a:lnTo>
                    <a:pt x="2290" y="101"/>
                  </a:lnTo>
                  <a:lnTo>
                    <a:pt x="2256" y="67"/>
                  </a:lnTo>
                  <a:lnTo>
                    <a:pt x="1987" y="67"/>
                  </a:lnTo>
                  <a:lnTo>
                    <a:pt x="1886" y="135"/>
                  </a:lnTo>
                  <a:lnTo>
                    <a:pt x="1819" y="168"/>
                  </a:lnTo>
                  <a:lnTo>
                    <a:pt x="1751" y="269"/>
                  </a:lnTo>
                  <a:lnTo>
                    <a:pt x="1684" y="370"/>
                  </a:lnTo>
                  <a:lnTo>
                    <a:pt x="1617" y="606"/>
                  </a:lnTo>
                  <a:lnTo>
                    <a:pt x="1213" y="572"/>
                  </a:lnTo>
                  <a:lnTo>
                    <a:pt x="438" y="572"/>
                  </a:lnTo>
                  <a:lnTo>
                    <a:pt x="270" y="606"/>
                  </a:lnTo>
                  <a:lnTo>
                    <a:pt x="102" y="673"/>
                  </a:lnTo>
                  <a:lnTo>
                    <a:pt x="68" y="673"/>
                  </a:lnTo>
                  <a:lnTo>
                    <a:pt x="102" y="707"/>
                  </a:lnTo>
                  <a:lnTo>
                    <a:pt x="68" y="842"/>
                  </a:lnTo>
                  <a:lnTo>
                    <a:pt x="34" y="1010"/>
                  </a:lnTo>
                  <a:lnTo>
                    <a:pt x="34" y="1347"/>
                  </a:lnTo>
                  <a:lnTo>
                    <a:pt x="1" y="1751"/>
                  </a:lnTo>
                  <a:lnTo>
                    <a:pt x="34" y="1919"/>
                  </a:lnTo>
                  <a:lnTo>
                    <a:pt x="68" y="2121"/>
                  </a:lnTo>
                  <a:lnTo>
                    <a:pt x="102" y="2155"/>
                  </a:lnTo>
                  <a:lnTo>
                    <a:pt x="68" y="2189"/>
                  </a:lnTo>
                  <a:lnTo>
                    <a:pt x="405" y="2189"/>
                  </a:lnTo>
                  <a:lnTo>
                    <a:pt x="741" y="2155"/>
                  </a:lnTo>
                  <a:lnTo>
                    <a:pt x="1145" y="2189"/>
                  </a:lnTo>
                  <a:lnTo>
                    <a:pt x="1549" y="2155"/>
                  </a:lnTo>
                  <a:lnTo>
                    <a:pt x="1617" y="2492"/>
                  </a:lnTo>
                  <a:lnTo>
                    <a:pt x="1684" y="2626"/>
                  </a:lnTo>
                  <a:lnTo>
                    <a:pt x="1751" y="2761"/>
                  </a:lnTo>
                  <a:lnTo>
                    <a:pt x="1852" y="2862"/>
                  </a:lnTo>
                  <a:lnTo>
                    <a:pt x="1953" y="2963"/>
                  </a:lnTo>
                  <a:lnTo>
                    <a:pt x="2088" y="2997"/>
                  </a:lnTo>
                  <a:lnTo>
                    <a:pt x="2290" y="2997"/>
                  </a:lnTo>
                  <a:lnTo>
                    <a:pt x="2930" y="3064"/>
                  </a:lnTo>
                  <a:lnTo>
                    <a:pt x="3603" y="3131"/>
                  </a:lnTo>
                  <a:lnTo>
                    <a:pt x="4883" y="3165"/>
                  </a:lnTo>
                  <a:lnTo>
                    <a:pt x="6196" y="3266"/>
                  </a:lnTo>
                  <a:lnTo>
                    <a:pt x="7542" y="3333"/>
                  </a:lnTo>
                  <a:lnTo>
                    <a:pt x="7542" y="3367"/>
                  </a:lnTo>
                  <a:lnTo>
                    <a:pt x="7576" y="3434"/>
                  </a:lnTo>
                  <a:lnTo>
                    <a:pt x="7677" y="3468"/>
                  </a:lnTo>
                  <a:lnTo>
                    <a:pt x="7778" y="3434"/>
                  </a:lnTo>
                  <a:lnTo>
                    <a:pt x="7812" y="3367"/>
                  </a:lnTo>
                  <a:lnTo>
                    <a:pt x="7812" y="3333"/>
                  </a:lnTo>
                  <a:lnTo>
                    <a:pt x="7812" y="2559"/>
                  </a:lnTo>
                  <a:lnTo>
                    <a:pt x="7812" y="1818"/>
                  </a:lnTo>
                  <a:lnTo>
                    <a:pt x="7845" y="1078"/>
                  </a:lnTo>
                  <a:lnTo>
                    <a:pt x="7812" y="707"/>
                  </a:lnTo>
                  <a:lnTo>
                    <a:pt x="7778" y="337"/>
                  </a:lnTo>
                  <a:lnTo>
                    <a:pt x="7744" y="303"/>
                  </a:lnTo>
                  <a:lnTo>
                    <a:pt x="7778" y="269"/>
                  </a:lnTo>
                  <a:lnTo>
                    <a:pt x="7744" y="202"/>
                  </a:lnTo>
                  <a:lnTo>
                    <a:pt x="7711" y="168"/>
                  </a:lnTo>
                  <a:lnTo>
                    <a:pt x="7643" y="135"/>
                  </a:lnTo>
                  <a:lnTo>
                    <a:pt x="6970" y="135"/>
                  </a:lnTo>
                  <a:lnTo>
                    <a:pt x="6297" y="101"/>
                  </a:lnTo>
                  <a:lnTo>
                    <a:pt x="4950" y="34"/>
                  </a:lnTo>
                  <a:lnTo>
                    <a:pt x="4277" y="34"/>
                  </a:lnTo>
                  <a:lnTo>
                    <a:pt x="36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3"/>
            <p:cNvSpPr/>
            <p:nvPr/>
          </p:nvSpPr>
          <p:spPr>
            <a:xfrm>
              <a:off x="1698759" y="204358"/>
              <a:ext cx="28512" cy="13435"/>
            </a:xfrm>
            <a:custGeom>
              <a:avLst/>
              <a:gdLst/>
              <a:ahLst/>
              <a:cxnLst/>
              <a:rect l="l" t="t" r="r" b="b"/>
              <a:pathLst>
                <a:path w="573" h="270" extrusionOk="0">
                  <a:moveTo>
                    <a:pt x="169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135" y="236"/>
                  </a:lnTo>
                  <a:lnTo>
                    <a:pt x="236" y="236"/>
                  </a:lnTo>
                  <a:lnTo>
                    <a:pt x="438" y="270"/>
                  </a:lnTo>
                  <a:lnTo>
                    <a:pt x="505" y="270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68"/>
                  </a:lnTo>
                  <a:lnTo>
                    <a:pt x="505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33"/>
            <p:cNvSpPr/>
            <p:nvPr/>
          </p:nvSpPr>
          <p:spPr>
            <a:xfrm>
              <a:off x="1978510" y="202666"/>
              <a:ext cx="15127" cy="77128"/>
            </a:xfrm>
            <a:custGeom>
              <a:avLst/>
              <a:gdLst/>
              <a:ahLst/>
              <a:cxnLst/>
              <a:rect l="l" t="t" r="r" b="b"/>
              <a:pathLst>
                <a:path w="304" h="1550" extrusionOk="0">
                  <a:moveTo>
                    <a:pt x="237" y="1"/>
                  </a:moveTo>
                  <a:lnTo>
                    <a:pt x="136" y="136"/>
                  </a:lnTo>
                  <a:lnTo>
                    <a:pt x="68" y="304"/>
                  </a:lnTo>
                  <a:lnTo>
                    <a:pt x="35" y="641"/>
                  </a:lnTo>
                  <a:lnTo>
                    <a:pt x="1" y="1045"/>
                  </a:lnTo>
                  <a:lnTo>
                    <a:pt x="68" y="1449"/>
                  </a:lnTo>
                  <a:lnTo>
                    <a:pt x="68" y="1516"/>
                  </a:lnTo>
                  <a:lnTo>
                    <a:pt x="102" y="1516"/>
                  </a:lnTo>
                  <a:lnTo>
                    <a:pt x="203" y="1550"/>
                  </a:lnTo>
                  <a:lnTo>
                    <a:pt x="304" y="1482"/>
                  </a:lnTo>
                  <a:lnTo>
                    <a:pt x="304" y="1449"/>
                  </a:lnTo>
                  <a:lnTo>
                    <a:pt x="304" y="1381"/>
                  </a:lnTo>
                  <a:lnTo>
                    <a:pt x="270" y="1011"/>
                  </a:lnTo>
                  <a:lnTo>
                    <a:pt x="270" y="641"/>
                  </a:lnTo>
                  <a:lnTo>
                    <a:pt x="304" y="338"/>
                  </a:lnTo>
                  <a:lnTo>
                    <a:pt x="304" y="169"/>
                  </a:lnTo>
                  <a:lnTo>
                    <a:pt x="304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33"/>
            <p:cNvSpPr/>
            <p:nvPr/>
          </p:nvSpPr>
          <p:spPr>
            <a:xfrm>
              <a:off x="1956765" y="217744"/>
              <a:ext cx="11743" cy="41948"/>
            </a:xfrm>
            <a:custGeom>
              <a:avLst/>
              <a:gdLst/>
              <a:ahLst/>
              <a:cxnLst/>
              <a:rect l="l" t="t" r="r" b="b"/>
              <a:pathLst>
                <a:path w="236" h="843" extrusionOk="0">
                  <a:moveTo>
                    <a:pt x="135" y="1"/>
                  </a:moveTo>
                  <a:lnTo>
                    <a:pt x="68" y="68"/>
                  </a:lnTo>
                  <a:lnTo>
                    <a:pt x="34" y="169"/>
                  </a:lnTo>
                  <a:lnTo>
                    <a:pt x="0" y="338"/>
                  </a:lnTo>
                  <a:lnTo>
                    <a:pt x="0" y="742"/>
                  </a:lnTo>
                  <a:lnTo>
                    <a:pt x="34" y="775"/>
                  </a:lnTo>
                  <a:lnTo>
                    <a:pt x="68" y="809"/>
                  </a:lnTo>
                  <a:lnTo>
                    <a:pt x="135" y="843"/>
                  </a:lnTo>
                  <a:lnTo>
                    <a:pt x="202" y="809"/>
                  </a:lnTo>
                  <a:lnTo>
                    <a:pt x="236" y="775"/>
                  </a:lnTo>
                  <a:lnTo>
                    <a:pt x="236" y="742"/>
                  </a:lnTo>
                  <a:lnTo>
                    <a:pt x="202" y="405"/>
                  </a:lnTo>
                  <a:lnTo>
                    <a:pt x="236" y="237"/>
                  </a:lnTo>
                  <a:lnTo>
                    <a:pt x="236" y="68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3"/>
            <p:cNvSpPr/>
            <p:nvPr/>
          </p:nvSpPr>
          <p:spPr>
            <a:xfrm>
              <a:off x="1485985" y="92100"/>
              <a:ext cx="174309" cy="150823"/>
            </a:xfrm>
            <a:custGeom>
              <a:avLst/>
              <a:gdLst/>
              <a:ahLst/>
              <a:cxnLst/>
              <a:rect l="l" t="t" r="r" b="b"/>
              <a:pathLst>
                <a:path w="3503" h="3031" extrusionOk="0">
                  <a:moveTo>
                    <a:pt x="1516" y="169"/>
                  </a:moveTo>
                  <a:lnTo>
                    <a:pt x="1886" y="304"/>
                  </a:lnTo>
                  <a:lnTo>
                    <a:pt x="2256" y="472"/>
                  </a:lnTo>
                  <a:lnTo>
                    <a:pt x="2627" y="708"/>
                  </a:lnTo>
                  <a:lnTo>
                    <a:pt x="2930" y="977"/>
                  </a:lnTo>
                  <a:lnTo>
                    <a:pt x="2829" y="1011"/>
                  </a:lnTo>
                  <a:lnTo>
                    <a:pt x="2728" y="1044"/>
                  </a:lnTo>
                  <a:lnTo>
                    <a:pt x="2559" y="1145"/>
                  </a:lnTo>
                  <a:lnTo>
                    <a:pt x="2391" y="1314"/>
                  </a:lnTo>
                  <a:lnTo>
                    <a:pt x="2256" y="1482"/>
                  </a:lnTo>
                  <a:lnTo>
                    <a:pt x="2021" y="1819"/>
                  </a:lnTo>
                  <a:lnTo>
                    <a:pt x="1819" y="2155"/>
                  </a:lnTo>
                  <a:lnTo>
                    <a:pt x="1751" y="2358"/>
                  </a:lnTo>
                  <a:lnTo>
                    <a:pt x="1684" y="2560"/>
                  </a:lnTo>
                  <a:lnTo>
                    <a:pt x="1650" y="2526"/>
                  </a:lnTo>
                  <a:lnTo>
                    <a:pt x="1314" y="2324"/>
                  </a:lnTo>
                  <a:lnTo>
                    <a:pt x="1011" y="2088"/>
                  </a:lnTo>
                  <a:lnTo>
                    <a:pt x="809" y="1852"/>
                  </a:lnTo>
                  <a:lnTo>
                    <a:pt x="573" y="1617"/>
                  </a:lnTo>
                  <a:lnTo>
                    <a:pt x="135" y="1213"/>
                  </a:lnTo>
                  <a:lnTo>
                    <a:pt x="169" y="1179"/>
                  </a:lnTo>
                  <a:lnTo>
                    <a:pt x="304" y="1011"/>
                  </a:lnTo>
                  <a:lnTo>
                    <a:pt x="438" y="876"/>
                  </a:lnTo>
                  <a:lnTo>
                    <a:pt x="775" y="640"/>
                  </a:lnTo>
                  <a:lnTo>
                    <a:pt x="1112" y="405"/>
                  </a:lnTo>
                  <a:lnTo>
                    <a:pt x="1280" y="304"/>
                  </a:lnTo>
                  <a:lnTo>
                    <a:pt x="1482" y="203"/>
                  </a:lnTo>
                  <a:lnTo>
                    <a:pt x="1516" y="169"/>
                  </a:lnTo>
                  <a:close/>
                  <a:moveTo>
                    <a:pt x="3064" y="1044"/>
                  </a:moveTo>
                  <a:lnTo>
                    <a:pt x="3266" y="1246"/>
                  </a:lnTo>
                  <a:lnTo>
                    <a:pt x="3165" y="1482"/>
                  </a:lnTo>
                  <a:lnTo>
                    <a:pt x="3031" y="1718"/>
                  </a:lnTo>
                  <a:lnTo>
                    <a:pt x="2694" y="2122"/>
                  </a:lnTo>
                  <a:lnTo>
                    <a:pt x="2324" y="2492"/>
                  </a:lnTo>
                  <a:lnTo>
                    <a:pt x="2155" y="2661"/>
                  </a:lnTo>
                  <a:lnTo>
                    <a:pt x="1953" y="2728"/>
                  </a:lnTo>
                  <a:lnTo>
                    <a:pt x="1987" y="2492"/>
                  </a:lnTo>
                  <a:lnTo>
                    <a:pt x="2054" y="2324"/>
                  </a:lnTo>
                  <a:lnTo>
                    <a:pt x="2122" y="2155"/>
                  </a:lnTo>
                  <a:lnTo>
                    <a:pt x="2324" y="1852"/>
                  </a:lnTo>
                  <a:lnTo>
                    <a:pt x="2458" y="1650"/>
                  </a:lnTo>
                  <a:lnTo>
                    <a:pt x="2627" y="1415"/>
                  </a:lnTo>
                  <a:lnTo>
                    <a:pt x="2795" y="1213"/>
                  </a:lnTo>
                  <a:lnTo>
                    <a:pt x="3031" y="1078"/>
                  </a:lnTo>
                  <a:lnTo>
                    <a:pt x="3031" y="1044"/>
                  </a:lnTo>
                  <a:close/>
                  <a:moveTo>
                    <a:pt x="1415" y="1"/>
                  </a:moveTo>
                  <a:lnTo>
                    <a:pt x="1179" y="102"/>
                  </a:lnTo>
                  <a:lnTo>
                    <a:pt x="977" y="203"/>
                  </a:lnTo>
                  <a:lnTo>
                    <a:pt x="573" y="506"/>
                  </a:lnTo>
                  <a:lnTo>
                    <a:pt x="405" y="640"/>
                  </a:lnTo>
                  <a:lnTo>
                    <a:pt x="236" y="775"/>
                  </a:lnTo>
                  <a:lnTo>
                    <a:pt x="68" y="943"/>
                  </a:lnTo>
                  <a:lnTo>
                    <a:pt x="34" y="1044"/>
                  </a:lnTo>
                  <a:lnTo>
                    <a:pt x="34" y="1145"/>
                  </a:lnTo>
                  <a:lnTo>
                    <a:pt x="34" y="1179"/>
                  </a:lnTo>
                  <a:lnTo>
                    <a:pt x="1" y="1246"/>
                  </a:lnTo>
                  <a:lnTo>
                    <a:pt x="1" y="1314"/>
                  </a:lnTo>
                  <a:lnTo>
                    <a:pt x="68" y="1415"/>
                  </a:lnTo>
                  <a:lnTo>
                    <a:pt x="169" y="1583"/>
                  </a:lnTo>
                  <a:lnTo>
                    <a:pt x="337" y="1751"/>
                  </a:lnTo>
                  <a:lnTo>
                    <a:pt x="607" y="2054"/>
                  </a:lnTo>
                  <a:lnTo>
                    <a:pt x="842" y="2290"/>
                  </a:lnTo>
                  <a:lnTo>
                    <a:pt x="1112" y="2492"/>
                  </a:lnTo>
                  <a:lnTo>
                    <a:pt x="1381" y="2661"/>
                  </a:lnTo>
                  <a:lnTo>
                    <a:pt x="1617" y="2829"/>
                  </a:lnTo>
                  <a:lnTo>
                    <a:pt x="1617" y="2863"/>
                  </a:lnTo>
                  <a:lnTo>
                    <a:pt x="1617" y="2896"/>
                  </a:lnTo>
                  <a:lnTo>
                    <a:pt x="1617" y="2930"/>
                  </a:lnTo>
                  <a:lnTo>
                    <a:pt x="1684" y="2997"/>
                  </a:lnTo>
                  <a:lnTo>
                    <a:pt x="1785" y="3031"/>
                  </a:lnTo>
                  <a:lnTo>
                    <a:pt x="1852" y="2964"/>
                  </a:lnTo>
                  <a:lnTo>
                    <a:pt x="2088" y="2964"/>
                  </a:lnTo>
                  <a:lnTo>
                    <a:pt x="2223" y="2896"/>
                  </a:lnTo>
                  <a:lnTo>
                    <a:pt x="2324" y="2829"/>
                  </a:lnTo>
                  <a:lnTo>
                    <a:pt x="2593" y="2593"/>
                  </a:lnTo>
                  <a:lnTo>
                    <a:pt x="2829" y="2290"/>
                  </a:lnTo>
                  <a:lnTo>
                    <a:pt x="3064" y="1987"/>
                  </a:lnTo>
                  <a:lnTo>
                    <a:pt x="3266" y="1650"/>
                  </a:lnTo>
                  <a:lnTo>
                    <a:pt x="3401" y="1415"/>
                  </a:lnTo>
                  <a:lnTo>
                    <a:pt x="3502" y="1246"/>
                  </a:lnTo>
                  <a:lnTo>
                    <a:pt x="3468" y="1179"/>
                  </a:lnTo>
                  <a:lnTo>
                    <a:pt x="3435" y="1112"/>
                  </a:lnTo>
                  <a:lnTo>
                    <a:pt x="3334" y="1011"/>
                  </a:lnTo>
                  <a:lnTo>
                    <a:pt x="3233" y="943"/>
                  </a:lnTo>
                  <a:lnTo>
                    <a:pt x="3233" y="876"/>
                  </a:lnTo>
                  <a:lnTo>
                    <a:pt x="3199" y="842"/>
                  </a:lnTo>
                  <a:lnTo>
                    <a:pt x="2829" y="539"/>
                  </a:lnTo>
                  <a:lnTo>
                    <a:pt x="2425" y="270"/>
                  </a:lnTo>
                  <a:lnTo>
                    <a:pt x="2189" y="135"/>
                  </a:lnTo>
                  <a:lnTo>
                    <a:pt x="1953" y="34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3"/>
            <p:cNvSpPr/>
            <p:nvPr/>
          </p:nvSpPr>
          <p:spPr>
            <a:xfrm>
              <a:off x="1697067" y="227795"/>
              <a:ext cx="28562" cy="15127"/>
            </a:xfrm>
            <a:custGeom>
              <a:avLst/>
              <a:gdLst/>
              <a:ahLst/>
              <a:cxnLst/>
              <a:rect l="l" t="t" r="r" b="b"/>
              <a:pathLst>
                <a:path w="574" h="304" extrusionOk="0">
                  <a:moveTo>
                    <a:pt x="405" y="1"/>
                  </a:moveTo>
                  <a:lnTo>
                    <a:pt x="169" y="35"/>
                  </a:lnTo>
                  <a:lnTo>
                    <a:pt x="68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1" y="203"/>
                  </a:lnTo>
                  <a:lnTo>
                    <a:pt x="68" y="270"/>
                  </a:lnTo>
                  <a:lnTo>
                    <a:pt x="135" y="270"/>
                  </a:lnTo>
                  <a:lnTo>
                    <a:pt x="203" y="304"/>
                  </a:lnTo>
                  <a:lnTo>
                    <a:pt x="438" y="270"/>
                  </a:lnTo>
                  <a:lnTo>
                    <a:pt x="506" y="237"/>
                  </a:lnTo>
                  <a:lnTo>
                    <a:pt x="573" y="203"/>
                  </a:lnTo>
                  <a:lnTo>
                    <a:pt x="573" y="169"/>
                  </a:lnTo>
                  <a:lnTo>
                    <a:pt x="573" y="102"/>
                  </a:lnTo>
                  <a:lnTo>
                    <a:pt x="573" y="68"/>
                  </a:lnTo>
                  <a:lnTo>
                    <a:pt x="539" y="35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" name="Google Shape;77;p33"/>
          <p:cNvGrpSpPr/>
          <p:nvPr/>
        </p:nvGrpSpPr>
        <p:grpSpPr>
          <a:xfrm>
            <a:off x="7935832" y="1674515"/>
            <a:ext cx="1207974" cy="1445876"/>
            <a:chOff x="5654182" y="1903115"/>
            <a:chExt cx="1207974" cy="1445876"/>
          </a:xfrm>
        </p:grpSpPr>
        <p:sp>
          <p:nvSpPr>
            <p:cNvPr id="78" name="Google Shape;78;p33"/>
            <p:cNvSpPr/>
            <p:nvPr/>
          </p:nvSpPr>
          <p:spPr>
            <a:xfrm>
              <a:off x="6773284" y="2228147"/>
              <a:ext cx="88871" cy="36922"/>
            </a:xfrm>
            <a:custGeom>
              <a:avLst/>
              <a:gdLst/>
              <a:ahLst/>
              <a:cxnLst/>
              <a:rect l="l" t="t" r="r" b="b"/>
              <a:pathLst>
                <a:path w="1786" h="742" extrusionOk="0">
                  <a:moveTo>
                    <a:pt x="1752" y="1"/>
                  </a:moveTo>
                  <a:lnTo>
                    <a:pt x="1314" y="102"/>
                  </a:lnTo>
                  <a:lnTo>
                    <a:pt x="876" y="236"/>
                  </a:lnTo>
                  <a:lnTo>
                    <a:pt x="439" y="405"/>
                  </a:lnTo>
                  <a:lnTo>
                    <a:pt x="35" y="573"/>
                  </a:lnTo>
                  <a:lnTo>
                    <a:pt x="1" y="607"/>
                  </a:lnTo>
                  <a:lnTo>
                    <a:pt x="1" y="674"/>
                  </a:lnTo>
                  <a:lnTo>
                    <a:pt x="35" y="708"/>
                  </a:lnTo>
                  <a:lnTo>
                    <a:pt x="68" y="741"/>
                  </a:lnTo>
                  <a:lnTo>
                    <a:pt x="371" y="708"/>
                  </a:lnTo>
                  <a:lnTo>
                    <a:pt x="641" y="640"/>
                  </a:lnTo>
                  <a:lnTo>
                    <a:pt x="1213" y="438"/>
                  </a:lnTo>
                  <a:lnTo>
                    <a:pt x="1785" y="270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3"/>
            <p:cNvSpPr/>
            <p:nvPr/>
          </p:nvSpPr>
          <p:spPr>
            <a:xfrm>
              <a:off x="6726410" y="2104195"/>
              <a:ext cx="135745" cy="48616"/>
            </a:xfrm>
            <a:custGeom>
              <a:avLst/>
              <a:gdLst/>
              <a:ahLst/>
              <a:cxnLst/>
              <a:rect l="l" t="t" r="r" b="b"/>
              <a:pathLst>
                <a:path w="2728" h="977" extrusionOk="0">
                  <a:moveTo>
                    <a:pt x="2727" y="0"/>
                  </a:moveTo>
                  <a:lnTo>
                    <a:pt x="2492" y="67"/>
                  </a:lnTo>
                  <a:lnTo>
                    <a:pt x="1886" y="236"/>
                  </a:lnTo>
                  <a:lnTo>
                    <a:pt x="1246" y="438"/>
                  </a:lnTo>
                  <a:lnTo>
                    <a:pt x="34" y="909"/>
                  </a:lnTo>
                  <a:lnTo>
                    <a:pt x="0" y="943"/>
                  </a:lnTo>
                  <a:lnTo>
                    <a:pt x="34" y="976"/>
                  </a:lnTo>
                  <a:lnTo>
                    <a:pt x="371" y="976"/>
                  </a:lnTo>
                  <a:lnTo>
                    <a:pt x="707" y="943"/>
                  </a:lnTo>
                  <a:lnTo>
                    <a:pt x="1044" y="842"/>
                  </a:lnTo>
                  <a:lnTo>
                    <a:pt x="1381" y="741"/>
                  </a:lnTo>
                  <a:lnTo>
                    <a:pt x="2054" y="505"/>
                  </a:lnTo>
                  <a:lnTo>
                    <a:pt x="2391" y="404"/>
                  </a:lnTo>
                  <a:lnTo>
                    <a:pt x="2727" y="303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33"/>
            <p:cNvSpPr/>
            <p:nvPr/>
          </p:nvSpPr>
          <p:spPr>
            <a:xfrm>
              <a:off x="6746513" y="2144401"/>
              <a:ext cx="115642" cy="43590"/>
            </a:xfrm>
            <a:custGeom>
              <a:avLst/>
              <a:gdLst/>
              <a:ahLst/>
              <a:cxnLst/>
              <a:rect l="l" t="t" r="r" b="b"/>
              <a:pathLst>
                <a:path w="2324" h="876" extrusionOk="0">
                  <a:moveTo>
                    <a:pt x="2323" y="0"/>
                  </a:moveTo>
                  <a:lnTo>
                    <a:pt x="1953" y="135"/>
                  </a:lnTo>
                  <a:lnTo>
                    <a:pt x="1448" y="303"/>
                  </a:lnTo>
                  <a:lnTo>
                    <a:pt x="977" y="471"/>
                  </a:lnTo>
                  <a:lnTo>
                    <a:pt x="472" y="640"/>
                  </a:lnTo>
                  <a:lnTo>
                    <a:pt x="34" y="842"/>
                  </a:lnTo>
                  <a:lnTo>
                    <a:pt x="0" y="875"/>
                  </a:lnTo>
                  <a:lnTo>
                    <a:pt x="303" y="875"/>
                  </a:lnTo>
                  <a:lnTo>
                    <a:pt x="539" y="842"/>
                  </a:lnTo>
                  <a:lnTo>
                    <a:pt x="1044" y="741"/>
                  </a:lnTo>
                  <a:lnTo>
                    <a:pt x="1549" y="606"/>
                  </a:lnTo>
                  <a:lnTo>
                    <a:pt x="2020" y="438"/>
                  </a:lnTo>
                  <a:lnTo>
                    <a:pt x="2323" y="303"/>
                  </a:lnTo>
                  <a:lnTo>
                    <a:pt x="23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33"/>
            <p:cNvSpPr/>
            <p:nvPr/>
          </p:nvSpPr>
          <p:spPr>
            <a:xfrm>
              <a:off x="6793387" y="2305226"/>
              <a:ext cx="68768" cy="31846"/>
            </a:xfrm>
            <a:custGeom>
              <a:avLst/>
              <a:gdLst/>
              <a:ahLst/>
              <a:cxnLst/>
              <a:rect l="l" t="t" r="r" b="b"/>
              <a:pathLst>
                <a:path w="1382" h="640" extrusionOk="0">
                  <a:moveTo>
                    <a:pt x="1381" y="0"/>
                  </a:moveTo>
                  <a:lnTo>
                    <a:pt x="1045" y="101"/>
                  </a:lnTo>
                  <a:lnTo>
                    <a:pt x="775" y="169"/>
                  </a:lnTo>
                  <a:lnTo>
                    <a:pt x="439" y="236"/>
                  </a:lnTo>
                  <a:lnTo>
                    <a:pt x="270" y="303"/>
                  </a:lnTo>
                  <a:lnTo>
                    <a:pt x="136" y="404"/>
                  </a:lnTo>
                  <a:lnTo>
                    <a:pt x="68" y="505"/>
                  </a:lnTo>
                  <a:lnTo>
                    <a:pt x="1" y="640"/>
                  </a:lnTo>
                  <a:lnTo>
                    <a:pt x="35" y="640"/>
                  </a:lnTo>
                  <a:lnTo>
                    <a:pt x="371" y="573"/>
                  </a:lnTo>
                  <a:lnTo>
                    <a:pt x="708" y="472"/>
                  </a:lnTo>
                  <a:lnTo>
                    <a:pt x="1381" y="303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33"/>
            <p:cNvSpPr/>
            <p:nvPr/>
          </p:nvSpPr>
          <p:spPr>
            <a:xfrm>
              <a:off x="6726410" y="2055580"/>
              <a:ext cx="135745" cy="50307"/>
            </a:xfrm>
            <a:custGeom>
              <a:avLst/>
              <a:gdLst/>
              <a:ahLst/>
              <a:cxnLst/>
              <a:rect l="l" t="t" r="r" b="b"/>
              <a:pathLst>
                <a:path w="2728" h="1011" extrusionOk="0">
                  <a:moveTo>
                    <a:pt x="2727" y="1"/>
                  </a:moveTo>
                  <a:lnTo>
                    <a:pt x="1347" y="438"/>
                  </a:lnTo>
                  <a:lnTo>
                    <a:pt x="674" y="674"/>
                  </a:lnTo>
                  <a:lnTo>
                    <a:pt x="34" y="943"/>
                  </a:lnTo>
                  <a:lnTo>
                    <a:pt x="0" y="977"/>
                  </a:lnTo>
                  <a:lnTo>
                    <a:pt x="34" y="1011"/>
                  </a:lnTo>
                  <a:lnTo>
                    <a:pt x="404" y="1011"/>
                  </a:lnTo>
                  <a:lnTo>
                    <a:pt x="775" y="943"/>
                  </a:lnTo>
                  <a:lnTo>
                    <a:pt x="1145" y="809"/>
                  </a:lnTo>
                  <a:lnTo>
                    <a:pt x="1515" y="674"/>
                  </a:lnTo>
                  <a:lnTo>
                    <a:pt x="2121" y="438"/>
                  </a:lnTo>
                  <a:lnTo>
                    <a:pt x="2727" y="236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33"/>
            <p:cNvSpPr/>
            <p:nvPr/>
          </p:nvSpPr>
          <p:spPr>
            <a:xfrm>
              <a:off x="6776668" y="2268353"/>
              <a:ext cx="85488" cy="38564"/>
            </a:xfrm>
            <a:custGeom>
              <a:avLst/>
              <a:gdLst/>
              <a:ahLst/>
              <a:cxnLst/>
              <a:rect l="l" t="t" r="r" b="b"/>
              <a:pathLst>
                <a:path w="1718" h="775" extrusionOk="0">
                  <a:moveTo>
                    <a:pt x="1717" y="1"/>
                  </a:moveTo>
                  <a:lnTo>
                    <a:pt x="842" y="337"/>
                  </a:lnTo>
                  <a:lnTo>
                    <a:pt x="34" y="708"/>
                  </a:lnTo>
                  <a:lnTo>
                    <a:pt x="0" y="741"/>
                  </a:lnTo>
                  <a:lnTo>
                    <a:pt x="68" y="775"/>
                  </a:lnTo>
                  <a:lnTo>
                    <a:pt x="472" y="741"/>
                  </a:lnTo>
                  <a:lnTo>
                    <a:pt x="876" y="640"/>
                  </a:lnTo>
                  <a:lnTo>
                    <a:pt x="1313" y="506"/>
                  </a:lnTo>
                  <a:lnTo>
                    <a:pt x="1717" y="371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33"/>
            <p:cNvSpPr/>
            <p:nvPr/>
          </p:nvSpPr>
          <p:spPr>
            <a:xfrm>
              <a:off x="5994291" y="2241533"/>
              <a:ext cx="321698" cy="110616"/>
            </a:xfrm>
            <a:custGeom>
              <a:avLst/>
              <a:gdLst/>
              <a:ahLst/>
              <a:cxnLst/>
              <a:rect l="l" t="t" r="r" b="b"/>
              <a:pathLst>
                <a:path w="6465" h="2223" extrusionOk="0">
                  <a:moveTo>
                    <a:pt x="6364" y="1"/>
                  </a:moveTo>
                  <a:lnTo>
                    <a:pt x="6128" y="102"/>
                  </a:lnTo>
                  <a:lnTo>
                    <a:pt x="5825" y="237"/>
                  </a:lnTo>
                  <a:lnTo>
                    <a:pt x="5252" y="540"/>
                  </a:lnTo>
                  <a:lnTo>
                    <a:pt x="4949" y="641"/>
                  </a:lnTo>
                  <a:lnTo>
                    <a:pt x="4646" y="708"/>
                  </a:lnTo>
                  <a:lnTo>
                    <a:pt x="4512" y="742"/>
                  </a:lnTo>
                  <a:lnTo>
                    <a:pt x="4343" y="742"/>
                  </a:lnTo>
                  <a:lnTo>
                    <a:pt x="4209" y="708"/>
                  </a:lnTo>
                  <a:lnTo>
                    <a:pt x="4074" y="641"/>
                  </a:lnTo>
                  <a:lnTo>
                    <a:pt x="4007" y="641"/>
                  </a:lnTo>
                  <a:lnTo>
                    <a:pt x="3939" y="674"/>
                  </a:lnTo>
                  <a:lnTo>
                    <a:pt x="3872" y="775"/>
                  </a:lnTo>
                  <a:lnTo>
                    <a:pt x="3805" y="876"/>
                  </a:lnTo>
                  <a:lnTo>
                    <a:pt x="3704" y="910"/>
                  </a:lnTo>
                  <a:lnTo>
                    <a:pt x="3636" y="944"/>
                  </a:lnTo>
                  <a:lnTo>
                    <a:pt x="3569" y="910"/>
                  </a:lnTo>
                  <a:lnTo>
                    <a:pt x="3502" y="843"/>
                  </a:lnTo>
                  <a:lnTo>
                    <a:pt x="3333" y="641"/>
                  </a:lnTo>
                  <a:lnTo>
                    <a:pt x="3367" y="472"/>
                  </a:lnTo>
                  <a:lnTo>
                    <a:pt x="3333" y="405"/>
                  </a:lnTo>
                  <a:lnTo>
                    <a:pt x="3300" y="371"/>
                  </a:lnTo>
                  <a:lnTo>
                    <a:pt x="3199" y="371"/>
                  </a:lnTo>
                  <a:lnTo>
                    <a:pt x="3030" y="506"/>
                  </a:lnTo>
                  <a:lnTo>
                    <a:pt x="2963" y="641"/>
                  </a:lnTo>
                  <a:lnTo>
                    <a:pt x="2929" y="775"/>
                  </a:lnTo>
                  <a:lnTo>
                    <a:pt x="2963" y="876"/>
                  </a:lnTo>
                  <a:lnTo>
                    <a:pt x="2828" y="1011"/>
                  </a:lnTo>
                  <a:lnTo>
                    <a:pt x="2727" y="1045"/>
                  </a:lnTo>
                  <a:lnTo>
                    <a:pt x="2593" y="1112"/>
                  </a:lnTo>
                  <a:lnTo>
                    <a:pt x="2458" y="1112"/>
                  </a:lnTo>
                  <a:lnTo>
                    <a:pt x="2391" y="1045"/>
                  </a:lnTo>
                  <a:lnTo>
                    <a:pt x="2391" y="977"/>
                  </a:lnTo>
                  <a:lnTo>
                    <a:pt x="2424" y="876"/>
                  </a:lnTo>
                  <a:lnTo>
                    <a:pt x="2424" y="843"/>
                  </a:lnTo>
                  <a:lnTo>
                    <a:pt x="2391" y="775"/>
                  </a:lnTo>
                  <a:lnTo>
                    <a:pt x="2323" y="742"/>
                  </a:lnTo>
                  <a:lnTo>
                    <a:pt x="2256" y="742"/>
                  </a:lnTo>
                  <a:lnTo>
                    <a:pt x="2222" y="809"/>
                  </a:lnTo>
                  <a:lnTo>
                    <a:pt x="2189" y="977"/>
                  </a:lnTo>
                  <a:lnTo>
                    <a:pt x="2088" y="1179"/>
                  </a:lnTo>
                  <a:lnTo>
                    <a:pt x="1919" y="1348"/>
                  </a:lnTo>
                  <a:lnTo>
                    <a:pt x="1751" y="1449"/>
                  </a:lnTo>
                  <a:lnTo>
                    <a:pt x="1515" y="1482"/>
                  </a:lnTo>
                  <a:lnTo>
                    <a:pt x="1313" y="1482"/>
                  </a:lnTo>
                  <a:lnTo>
                    <a:pt x="1179" y="1449"/>
                  </a:lnTo>
                  <a:lnTo>
                    <a:pt x="1347" y="1078"/>
                  </a:lnTo>
                  <a:lnTo>
                    <a:pt x="1414" y="809"/>
                  </a:lnTo>
                  <a:lnTo>
                    <a:pt x="1414" y="742"/>
                  </a:lnTo>
                  <a:lnTo>
                    <a:pt x="1381" y="708"/>
                  </a:lnTo>
                  <a:lnTo>
                    <a:pt x="1347" y="674"/>
                  </a:lnTo>
                  <a:lnTo>
                    <a:pt x="1280" y="708"/>
                  </a:lnTo>
                  <a:lnTo>
                    <a:pt x="1044" y="843"/>
                  </a:lnTo>
                  <a:lnTo>
                    <a:pt x="876" y="1078"/>
                  </a:lnTo>
                  <a:lnTo>
                    <a:pt x="842" y="1179"/>
                  </a:lnTo>
                  <a:lnTo>
                    <a:pt x="808" y="1280"/>
                  </a:lnTo>
                  <a:lnTo>
                    <a:pt x="808" y="1415"/>
                  </a:lnTo>
                  <a:lnTo>
                    <a:pt x="876" y="1516"/>
                  </a:lnTo>
                  <a:lnTo>
                    <a:pt x="606" y="1819"/>
                  </a:lnTo>
                  <a:lnTo>
                    <a:pt x="539" y="1886"/>
                  </a:lnTo>
                  <a:lnTo>
                    <a:pt x="472" y="1920"/>
                  </a:lnTo>
                  <a:lnTo>
                    <a:pt x="404" y="1920"/>
                  </a:lnTo>
                  <a:lnTo>
                    <a:pt x="371" y="1886"/>
                  </a:lnTo>
                  <a:lnTo>
                    <a:pt x="270" y="1819"/>
                  </a:lnTo>
                  <a:lnTo>
                    <a:pt x="202" y="1651"/>
                  </a:lnTo>
                  <a:lnTo>
                    <a:pt x="202" y="1482"/>
                  </a:lnTo>
                  <a:lnTo>
                    <a:pt x="236" y="1280"/>
                  </a:lnTo>
                  <a:lnTo>
                    <a:pt x="337" y="1112"/>
                  </a:lnTo>
                  <a:lnTo>
                    <a:pt x="404" y="1045"/>
                  </a:lnTo>
                  <a:lnTo>
                    <a:pt x="505" y="977"/>
                  </a:lnTo>
                  <a:lnTo>
                    <a:pt x="539" y="944"/>
                  </a:lnTo>
                  <a:lnTo>
                    <a:pt x="539" y="910"/>
                  </a:lnTo>
                  <a:lnTo>
                    <a:pt x="505" y="876"/>
                  </a:lnTo>
                  <a:lnTo>
                    <a:pt x="472" y="876"/>
                  </a:lnTo>
                  <a:lnTo>
                    <a:pt x="371" y="910"/>
                  </a:lnTo>
                  <a:lnTo>
                    <a:pt x="303" y="944"/>
                  </a:lnTo>
                  <a:lnTo>
                    <a:pt x="169" y="1078"/>
                  </a:lnTo>
                  <a:lnTo>
                    <a:pt x="68" y="1280"/>
                  </a:lnTo>
                  <a:lnTo>
                    <a:pt x="0" y="1516"/>
                  </a:lnTo>
                  <a:lnTo>
                    <a:pt x="0" y="1752"/>
                  </a:lnTo>
                  <a:lnTo>
                    <a:pt x="34" y="1954"/>
                  </a:lnTo>
                  <a:lnTo>
                    <a:pt x="68" y="2021"/>
                  </a:lnTo>
                  <a:lnTo>
                    <a:pt x="135" y="2122"/>
                  </a:lnTo>
                  <a:lnTo>
                    <a:pt x="202" y="2156"/>
                  </a:lnTo>
                  <a:lnTo>
                    <a:pt x="303" y="2189"/>
                  </a:lnTo>
                  <a:lnTo>
                    <a:pt x="404" y="2223"/>
                  </a:lnTo>
                  <a:lnTo>
                    <a:pt x="505" y="2189"/>
                  </a:lnTo>
                  <a:lnTo>
                    <a:pt x="606" y="2156"/>
                  </a:lnTo>
                  <a:lnTo>
                    <a:pt x="707" y="2088"/>
                  </a:lnTo>
                  <a:lnTo>
                    <a:pt x="909" y="1886"/>
                  </a:lnTo>
                  <a:lnTo>
                    <a:pt x="1078" y="1617"/>
                  </a:lnTo>
                  <a:lnTo>
                    <a:pt x="1145" y="1651"/>
                  </a:lnTo>
                  <a:lnTo>
                    <a:pt x="1313" y="1684"/>
                  </a:lnTo>
                  <a:lnTo>
                    <a:pt x="1482" y="1718"/>
                  </a:lnTo>
                  <a:lnTo>
                    <a:pt x="1650" y="1684"/>
                  </a:lnTo>
                  <a:lnTo>
                    <a:pt x="1818" y="1651"/>
                  </a:lnTo>
                  <a:lnTo>
                    <a:pt x="1953" y="1583"/>
                  </a:lnTo>
                  <a:lnTo>
                    <a:pt x="2088" y="1482"/>
                  </a:lnTo>
                  <a:lnTo>
                    <a:pt x="2189" y="1381"/>
                  </a:lnTo>
                  <a:lnTo>
                    <a:pt x="2290" y="1247"/>
                  </a:lnTo>
                  <a:lnTo>
                    <a:pt x="2357" y="1280"/>
                  </a:lnTo>
                  <a:lnTo>
                    <a:pt x="2458" y="1314"/>
                  </a:lnTo>
                  <a:lnTo>
                    <a:pt x="2660" y="1280"/>
                  </a:lnTo>
                  <a:lnTo>
                    <a:pt x="2896" y="1179"/>
                  </a:lnTo>
                  <a:lnTo>
                    <a:pt x="3098" y="1045"/>
                  </a:lnTo>
                  <a:lnTo>
                    <a:pt x="3232" y="1112"/>
                  </a:lnTo>
                  <a:lnTo>
                    <a:pt x="3401" y="1146"/>
                  </a:lnTo>
                  <a:lnTo>
                    <a:pt x="3603" y="1179"/>
                  </a:lnTo>
                  <a:lnTo>
                    <a:pt x="3771" y="1112"/>
                  </a:lnTo>
                  <a:lnTo>
                    <a:pt x="3906" y="1045"/>
                  </a:lnTo>
                  <a:lnTo>
                    <a:pt x="4007" y="977"/>
                  </a:lnTo>
                  <a:lnTo>
                    <a:pt x="4074" y="944"/>
                  </a:lnTo>
                  <a:lnTo>
                    <a:pt x="4209" y="910"/>
                  </a:lnTo>
                  <a:lnTo>
                    <a:pt x="4613" y="910"/>
                  </a:lnTo>
                  <a:lnTo>
                    <a:pt x="4983" y="809"/>
                  </a:lnTo>
                  <a:lnTo>
                    <a:pt x="5353" y="708"/>
                  </a:lnTo>
                  <a:lnTo>
                    <a:pt x="5757" y="540"/>
                  </a:lnTo>
                  <a:lnTo>
                    <a:pt x="6128" y="371"/>
                  </a:lnTo>
                  <a:lnTo>
                    <a:pt x="6296" y="237"/>
                  </a:lnTo>
                  <a:lnTo>
                    <a:pt x="6465" y="136"/>
                  </a:lnTo>
                  <a:lnTo>
                    <a:pt x="6465" y="68"/>
                  </a:lnTo>
                  <a:lnTo>
                    <a:pt x="6465" y="35"/>
                  </a:lnTo>
                  <a:lnTo>
                    <a:pt x="64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33"/>
            <p:cNvSpPr/>
            <p:nvPr/>
          </p:nvSpPr>
          <p:spPr>
            <a:xfrm>
              <a:off x="6123269" y="2578308"/>
              <a:ext cx="474163" cy="135745"/>
            </a:xfrm>
            <a:custGeom>
              <a:avLst/>
              <a:gdLst/>
              <a:ahLst/>
              <a:cxnLst/>
              <a:rect l="l" t="t" r="r" b="b"/>
              <a:pathLst>
                <a:path w="9529" h="2728" extrusionOk="0">
                  <a:moveTo>
                    <a:pt x="9360" y="0"/>
                  </a:moveTo>
                  <a:lnTo>
                    <a:pt x="8855" y="67"/>
                  </a:lnTo>
                  <a:lnTo>
                    <a:pt x="8350" y="168"/>
                  </a:lnTo>
                  <a:lnTo>
                    <a:pt x="7845" y="303"/>
                  </a:lnTo>
                  <a:lnTo>
                    <a:pt x="7340" y="471"/>
                  </a:lnTo>
                  <a:lnTo>
                    <a:pt x="6330" y="842"/>
                  </a:lnTo>
                  <a:lnTo>
                    <a:pt x="5825" y="1010"/>
                  </a:lnTo>
                  <a:lnTo>
                    <a:pt x="5320" y="1145"/>
                  </a:lnTo>
                  <a:lnTo>
                    <a:pt x="2694" y="1886"/>
                  </a:lnTo>
                  <a:lnTo>
                    <a:pt x="1516" y="2189"/>
                  </a:lnTo>
                  <a:lnTo>
                    <a:pt x="775" y="2357"/>
                  </a:lnTo>
                  <a:lnTo>
                    <a:pt x="539" y="2424"/>
                  </a:lnTo>
                  <a:lnTo>
                    <a:pt x="438" y="2424"/>
                  </a:lnTo>
                  <a:lnTo>
                    <a:pt x="337" y="2458"/>
                  </a:lnTo>
                  <a:lnTo>
                    <a:pt x="270" y="2525"/>
                  </a:lnTo>
                  <a:lnTo>
                    <a:pt x="203" y="2593"/>
                  </a:lnTo>
                  <a:lnTo>
                    <a:pt x="169" y="2559"/>
                  </a:lnTo>
                  <a:lnTo>
                    <a:pt x="1" y="2559"/>
                  </a:lnTo>
                  <a:lnTo>
                    <a:pt x="1" y="2593"/>
                  </a:lnTo>
                  <a:lnTo>
                    <a:pt x="1" y="2626"/>
                  </a:lnTo>
                  <a:lnTo>
                    <a:pt x="34" y="2694"/>
                  </a:lnTo>
                  <a:lnTo>
                    <a:pt x="68" y="2727"/>
                  </a:lnTo>
                  <a:lnTo>
                    <a:pt x="708" y="2660"/>
                  </a:lnTo>
                  <a:lnTo>
                    <a:pt x="1314" y="2559"/>
                  </a:lnTo>
                  <a:lnTo>
                    <a:pt x="1920" y="2424"/>
                  </a:lnTo>
                  <a:lnTo>
                    <a:pt x="2526" y="2290"/>
                  </a:lnTo>
                  <a:lnTo>
                    <a:pt x="3738" y="1919"/>
                  </a:lnTo>
                  <a:lnTo>
                    <a:pt x="4950" y="1549"/>
                  </a:lnTo>
                  <a:lnTo>
                    <a:pt x="5489" y="1414"/>
                  </a:lnTo>
                  <a:lnTo>
                    <a:pt x="6027" y="1212"/>
                  </a:lnTo>
                  <a:lnTo>
                    <a:pt x="7138" y="808"/>
                  </a:lnTo>
                  <a:lnTo>
                    <a:pt x="7677" y="640"/>
                  </a:lnTo>
                  <a:lnTo>
                    <a:pt x="8249" y="471"/>
                  </a:lnTo>
                  <a:lnTo>
                    <a:pt x="8822" y="370"/>
                  </a:lnTo>
                  <a:lnTo>
                    <a:pt x="9360" y="337"/>
                  </a:lnTo>
                  <a:lnTo>
                    <a:pt x="9428" y="303"/>
                  </a:lnTo>
                  <a:lnTo>
                    <a:pt x="9495" y="269"/>
                  </a:lnTo>
                  <a:lnTo>
                    <a:pt x="9495" y="236"/>
                  </a:lnTo>
                  <a:lnTo>
                    <a:pt x="9529" y="168"/>
                  </a:lnTo>
                  <a:lnTo>
                    <a:pt x="9495" y="101"/>
                  </a:lnTo>
                  <a:lnTo>
                    <a:pt x="9495" y="67"/>
                  </a:lnTo>
                  <a:lnTo>
                    <a:pt x="9428" y="34"/>
                  </a:lnTo>
                  <a:lnTo>
                    <a:pt x="93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33"/>
            <p:cNvSpPr/>
            <p:nvPr/>
          </p:nvSpPr>
          <p:spPr>
            <a:xfrm>
              <a:off x="5691054" y="2422510"/>
              <a:ext cx="236260" cy="217800"/>
            </a:xfrm>
            <a:custGeom>
              <a:avLst/>
              <a:gdLst/>
              <a:ahLst/>
              <a:cxnLst/>
              <a:rect l="l" t="t" r="r" b="b"/>
              <a:pathLst>
                <a:path w="4748" h="4377" extrusionOk="0">
                  <a:moveTo>
                    <a:pt x="606" y="202"/>
                  </a:moveTo>
                  <a:lnTo>
                    <a:pt x="674" y="269"/>
                  </a:lnTo>
                  <a:lnTo>
                    <a:pt x="775" y="370"/>
                  </a:lnTo>
                  <a:lnTo>
                    <a:pt x="943" y="539"/>
                  </a:lnTo>
                  <a:lnTo>
                    <a:pt x="1482" y="1077"/>
                  </a:lnTo>
                  <a:lnTo>
                    <a:pt x="1987" y="1650"/>
                  </a:lnTo>
                  <a:lnTo>
                    <a:pt x="2559" y="2256"/>
                  </a:lnTo>
                  <a:lnTo>
                    <a:pt x="3165" y="2794"/>
                  </a:lnTo>
                  <a:lnTo>
                    <a:pt x="3333" y="2895"/>
                  </a:lnTo>
                  <a:lnTo>
                    <a:pt x="3502" y="3030"/>
                  </a:lnTo>
                  <a:lnTo>
                    <a:pt x="3872" y="3232"/>
                  </a:lnTo>
                  <a:lnTo>
                    <a:pt x="4040" y="3333"/>
                  </a:lnTo>
                  <a:lnTo>
                    <a:pt x="4209" y="3468"/>
                  </a:lnTo>
                  <a:lnTo>
                    <a:pt x="4310" y="3636"/>
                  </a:lnTo>
                  <a:lnTo>
                    <a:pt x="4377" y="3805"/>
                  </a:lnTo>
                  <a:lnTo>
                    <a:pt x="4243" y="3838"/>
                  </a:lnTo>
                  <a:lnTo>
                    <a:pt x="4141" y="3805"/>
                  </a:lnTo>
                  <a:lnTo>
                    <a:pt x="4007" y="3737"/>
                  </a:lnTo>
                  <a:lnTo>
                    <a:pt x="3906" y="3636"/>
                  </a:lnTo>
                  <a:lnTo>
                    <a:pt x="3805" y="3501"/>
                  </a:lnTo>
                  <a:lnTo>
                    <a:pt x="3704" y="3400"/>
                  </a:lnTo>
                  <a:lnTo>
                    <a:pt x="3468" y="3198"/>
                  </a:lnTo>
                  <a:lnTo>
                    <a:pt x="3199" y="2996"/>
                  </a:lnTo>
                  <a:lnTo>
                    <a:pt x="2929" y="2828"/>
                  </a:lnTo>
                  <a:lnTo>
                    <a:pt x="2357" y="2525"/>
                  </a:lnTo>
                  <a:lnTo>
                    <a:pt x="2020" y="2289"/>
                  </a:lnTo>
                  <a:lnTo>
                    <a:pt x="1684" y="2020"/>
                  </a:lnTo>
                  <a:lnTo>
                    <a:pt x="1381" y="1751"/>
                  </a:lnTo>
                  <a:lnTo>
                    <a:pt x="1078" y="1448"/>
                  </a:lnTo>
                  <a:lnTo>
                    <a:pt x="640" y="943"/>
                  </a:lnTo>
                  <a:lnTo>
                    <a:pt x="404" y="707"/>
                  </a:lnTo>
                  <a:lnTo>
                    <a:pt x="169" y="505"/>
                  </a:lnTo>
                  <a:lnTo>
                    <a:pt x="202" y="471"/>
                  </a:lnTo>
                  <a:lnTo>
                    <a:pt x="337" y="337"/>
                  </a:lnTo>
                  <a:lnTo>
                    <a:pt x="472" y="269"/>
                  </a:lnTo>
                  <a:lnTo>
                    <a:pt x="606" y="202"/>
                  </a:lnTo>
                  <a:close/>
                  <a:moveTo>
                    <a:pt x="505" y="0"/>
                  </a:moveTo>
                  <a:lnTo>
                    <a:pt x="371" y="67"/>
                  </a:lnTo>
                  <a:lnTo>
                    <a:pt x="169" y="202"/>
                  </a:lnTo>
                  <a:lnTo>
                    <a:pt x="34" y="370"/>
                  </a:lnTo>
                  <a:lnTo>
                    <a:pt x="0" y="404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68" y="539"/>
                  </a:lnTo>
                  <a:lnTo>
                    <a:pt x="135" y="505"/>
                  </a:lnTo>
                  <a:lnTo>
                    <a:pt x="303" y="707"/>
                  </a:lnTo>
                  <a:lnTo>
                    <a:pt x="505" y="943"/>
                  </a:lnTo>
                  <a:lnTo>
                    <a:pt x="808" y="1414"/>
                  </a:lnTo>
                  <a:lnTo>
                    <a:pt x="1246" y="1885"/>
                  </a:lnTo>
                  <a:lnTo>
                    <a:pt x="1717" y="2323"/>
                  </a:lnTo>
                  <a:lnTo>
                    <a:pt x="2020" y="2525"/>
                  </a:lnTo>
                  <a:lnTo>
                    <a:pt x="2323" y="2727"/>
                  </a:lnTo>
                  <a:lnTo>
                    <a:pt x="2929" y="3097"/>
                  </a:lnTo>
                  <a:lnTo>
                    <a:pt x="3199" y="3299"/>
                  </a:lnTo>
                  <a:lnTo>
                    <a:pt x="3468" y="3501"/>
                  </a:lnTo>
                  <a:lnTo>
                    <a:pt x="3737" y="3771"/>
                  </a:lnTo>
                  <a:lnTo>
                    <a:pt x="3939" y="4074"/>
                  </a:lnTo>
                  <a:lnTo>
                    <a:pt x="4040" y="4209"/>
                  </a:lnTo>
                  <a:lnTo>
                    <a:pt x="4141" y="4276"/>
                  </a:lnTo>
                  <a:lnTo>
                    <a:pt x="4243" y="4343"/>
                  </a:lnTo>
                  <a:lnTo>
                    <a:pt x="4344" y="4377"/>
                  </a:lnTo>
                  <a:lnTo>
                    <a:pt x="4411" y="4377"/>
                  </a:lnTo>
                  <a:lnTo>
                    <a:pt x="4512" y="4343"/>
                  </a:lnTo>
                  <a:lnTo>
                    <a:pt x="4647" y="4209"/>
                  </a:lnTo>
                  <a:lnTo>
                    <a:pt x="4748" y="4074"/>
                  </a:lnTo>
                  <a:lnTo>
                    <a:pt x="4748" y="3872"/>
                  </a:lnTo>
                  <a:lnTo>
                    <a:pt x="4748" y="3805"/>
                  </a:lnTo>
                  <a:lnTo>
                    <a:pt x="4680" y="3704"/>
                  </a:lnTo>
                  <a:lnTo>
                    <a:pt x="4613" y="3636"/>
                  </a:lnTo>
                  <a:lnTo>
                    <a:pt x="4512" y="3569"/>
                  </a:lnTo>
                  <a:lnTo>
                    <a:pt x="4445" y="3434"/>
                  </a:lnTo>
                  <a:lnTo>
                    <a:pt x="4310" y="3266"/>
                  </a:lnTo>
                  <a:lnTo>
                    <a:pt x="4209" y="3165"/>
                  </a:lnTo>
                  <a:lnTo>
                    <a:pt x="4074" y="3097"/>
                  </a:lnTo>
                  <a:lnTo>
                    <a:pt x="3771" y="2963"/>
                  </a:lnTo>
                  <a:lnTo>
                    <a:pt x="3535" y="2828"/>
                  </a:lnTo>
                  <a:lnTo>
                    <a:pt x="3300" y="2660"/>
                  </a:lnTo>
                  <a:lnTo>
                    <a:pt x="2828" y="2256"/>
                  </a:lnTo>
                  <a:lnTo>
                    <a:pt x="2189" y="1582"/>
                  </a:lnTo>
                  <a:lnTo>
                    <a:pt x="1549" y="875"/>
                  </a:lnTo>
                  <a:lnTo>
                    <a:pt x="1111" y="471"/>
                  </a:lnTo>
                  <a:lnTo>
                    <a:pt x="909" y="269"/>
                  </a:lnTo>
                  <a:lnTo>
                    <a:pt x="674" y="101"/>
                  </a:lnTo>
                  <a:lnTo>
                    <a:pt x="640" y="34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33"/>
            <p:cNvSpPr/>
            <p:nvPr/>
          </p:nvSpPr>
          <p:spPr>
            <a:xfrm>
              <a:off x="6800105" y="2340406"/>
              <a:ext cx="62051" cy="30204"/>
            </a:xfrm>
            <a:custGeom>
              <a:avLst/>
              <a:gdLst/>
              <a:ahLst/>
              <a:cxnLst/>
              <a:rect l="l" t="t" r="r" b="b"/>
              <a:pathLst>
                <a:path w="1247" h="607" extrusionOk="0">
                  <a:moveTo>
                    <a:pt x="1246" y="0"/>
                  </a:moveTo>
                  <a:lnTo>
                    <a:pt x="607" y="202"/>
                  </a:lnTo>
                  <a:lnTo>
                    <a:pt x="304" y="337"/>
                  </a:lnTo>
                  <a:lnTo>
                    <a:pt x="1" y="505"/>
                  </a:lnTo>
                  <a:lnTo>
                    <a:pt x="1" y="539"/>
                  </a:lnTo>
                  <a:lnTo>
                    <a:pt x="1" y="573"/>
                  </a:lnTo>
                  <a:lnTo>
                    <a:pt x="1" y="606"/>
                  </a:lnTo>
                  <a:lnTo>
                    <a:pt x="34" y="606"/>
                  </a:lnTo>
                  <a:lnTo>
                    <a:pt x="1246" y="303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33"/>
            <p:cNvSpPr/>
            <p:nvPr/>
          </p:nvSpPr>
          <p:spPr>
            <a:xfrm>
              <a:off x="5654182" y="1903115"/>
              <a:ext cx="1207974" cy="1445876"/>
            </a:xfrm>
            <a:custGeom>
              <a:avLst/>
              <a:gdLst/>
              <a:ahLst/>
              <a:cxnLst/>
              <a:rect l="l" t="t" r="r" b="b"/>
              <a:pathLst>
                <a:path w="24276" h="29057" extrusionOk="0">
                  <a:moveTo>
                    <a:pt x="236" y="10909"/>
                  </a:moveTo>
                  <a:lnTo>
                    <a:pt x="203" y="10943"/>
                  </a:lnTo>
                  <a:lnTo>
                    <a:pt x="203" y="10909"/>
                  </a:lnTo>
                  <a:close/>
                  <a:moveTo>
                    <a:pt x="1246" y="9933"/>
                  </a:moveTo>
                  <a:lnTo>
                    <a:pt x="1650" y="10202"/>
                  </a:lnTo>
                  <a:lnTo>
                    <a:pt x="1987" y="10472"/>
                  </a:lnTo>
                  <a:lnTo>
                    <a:pt x="2660" y="11078"/>
                  </a:lnTo>
                  <a:lnTo>
                    <a:pt x="3064" y="11448"/>
                  </a:lnTo>
                  <a:lnTo>
                    <a:pt x="3468" y="11785"/>
                  </a:lnTo>
                  <a:lnTo>
                    <a:pt x="3872" y="12121"/>
                  </a:lnTo>
                  <a:lnTo>
                    <a:pt x="4243" y="12458"/>
                  </a:lnTo>
                  <a:lnTo>
                    <a:pt x="4916" y="13131"/>
                  </a:lnTo>
                  <a:lnTo>
                    <a:pt x="5556" y="13838"/>
                  </a:lnTo>
                  <a:lnTo>
                    <a:pt x="5724" y="14007"/>
                  </a:lnTo>
                  <a:lnTo>
                    <a:pt x="5724" y="14074"/>
                  </a:lnTo>
                  <a:lnTo>
                    <a:pt x="5792" y="14142"/>
                  </a:lnTo>
                  <a:lnTo>
                    <a:pt x="5859" y="14142"/>
                  </a:lnTo>
                  <a:lnTo>
                    <a:pt x="6364" y="14613"/>
                  </a:lnTo>
                  <a:lnTo>
                    <a:pt x="6600" y="14882"/>
                  </a:lnTo>
                  <a:lnTo>
                    <a:pt x="6835" y="15118"/>
                  </a:lnTo>
                  <a:lnTo>
                    <a:pt x="6734" y="15253"/>
                  </a:lnTo>
                  <a:lnTo>
                    <a:pt x="6633" y="15387"/>
                  </a:lnTo>
                  <a:lnTo>
                    <a:pt x="6465" y="15623"/>
                  </a:lnTo>
                  <a:lnTo>
                    <a:pt x="6162" y="15960"/>
                  </a:lnTo>
                  <a:lnTo>
                    <a:pt x="6027" y="16162"/>
                  </a:lnTo>
                  <a:lnTo>
                    <a:pt x="5893" y="16330"/>
                  </a:lnTo>
                  <a:lnTo>
                    <a:pt x="5590" y="15960"/>
                  </a:lnTo>
                  <a:lnTo>
                    <a:pt x="5287" y="15657"/>
                  </a:lnTo>
                  <a:lnTo>
                    <a:pt x="4950" y="15320"/>
                  </a:lnTo>
                  <a:lnTo>
                    <a:pt x="4613" y="15017"/>
                  </a:lnTo>
                  <a:lnTo>
                    <a:pt x="3738" y="14209"/>
                  </a:lnTo>
                  <a:lnTo>
                    <a:pt x="3300" y="13838"/>
                  </a:lnTo>
                  <a:lnTo>
                    <a:pt x="2829" y="13502"/>
                  </a:lnTo>
                  <a:lnTo>
                    <a:pt x="2391" y="13165"/>
                  </a:lnTo>
                  <a:lnTo>
                    <a:pt x="1953" y="12761"/>
                  </a:lnTo>
                  <a:lnTo>
                    <a:pt x="1583" y="12323"/>
                  </a:lnTo>
                  <a:lnTo>
                    <a:pt x="1213" y="11886"/>
                  </a:lnTo>
                  <a:lnTo>
                    <a:pt x="1044" y="11684"/>
                  </a:lnTo>
                  <a:lnTo>
                    <a:pt x="708" y="11313"/>
                  </a:lnTo>
                  <a:lnTo>
                    <a:pt x="405" y="11010"/>
                  </a:lnTo>
                  <a:lnTo>
                    <a:pt x="270" y="10943"/>
                  </a:lnTo>
                  <a:lnTo>
                    <a:pt x="236" y="10909"/>
                  </a:lnTo>
                  <a:lnTo>
                    <a:pt x="270" y="10909"/>
                  </a:lnTo>
                  <a:lnTo>
                    <a:pt x="304" y="10876"/>
                  </a:lnTo>
                  <a:lnTo>
                    <a:pt x="438" y="10775"/>
                  </a:lnTo>
                  <a:lnTo>
                    <a:pt x="607" y="10505"/>
                  </a:lnTo>
                  <a:lnTo>
                    <a:pt x="910" y="10202"/>
                  </a:lnTo>
                  <a:lnTo>
                    <a:pt x="1044" y="10068"/>
                  </a:lnTo>
                  <a:lnTo>
                    <a:pt x="1246" y="9933"/>
                  </a:lnTo>
                  <a:close/>
                  <a:moveTo>
                    <a:pt x="17003" y="3098"/>
                  </a:moveTo>
                  <a:lnTo>
                    <a:pt x="17138" y="3502"/>
                  </a:lnTo>
                  <a:lnTo>
                    <a:pt x="17272" y="3906"/>
                  </a:lnTo>
                  <a:lnTo>
                    <a:pt x="17609" y="4681"/>
                  </a:lnTo>
                  <a:lnTo>
                    <a:pt x="17744" y="4984"/>
                  </a:lnTo>
                  <a:lnTo>
                    <a:pt x="17845" y="5320"/>
                  </a:lnTo>
                  <a:lnTo>
                    <a:pt x="18013" y="5960"/>
                  </a:lnTo>
                  <a:lnTo>
                    <a:pt x="18249" y="7307"/>
                  </a:lnTo>
                  <a:lnTo>
                    <a:pt x="18518" y="8721"/>
                  </a:lnTo>
                  <a:lnTo>
                    <a:pt x="18282" y="8755"/>
                  </a:lnTo>
                  <a:lnTo>
                    <a:pt x="18047" y="8788"/>
                  </a:lnTo>
                  <a:lnTo>
                    <a:pt x="17575" y="8923"/>
                  </a:lnTo>
                  <a:lnTo>
                    <a:pt x="16700" y="9260"/>
                  </a:lnTo>
                  <a:lnTo>
                    <a:pt x="15959" y="9495"/>
                  </a:lnTo>
                  <a:lnTo>
                    <a:pt x="15219" y="9697"/>
                  </a:lnTo>
                  <a:lnTo>
                    <a:pt x="13670" y="10034"/>
                  </a:lnTo>
                  <a:lnTo>
                    <a:pt x="12895" y="10202"/>
                  </a:lnTo>
                  <a:lnTo>
                    <a:pt x="12087" y="10404"/>
                  </a:lnTo>
                  <a:lnTo>
                    <a:pt x="10539" y="10876"/>
                  </a:lnTo>
                  <a:lnTo>
                    <a:pt x="9933" y="11044"/>
                  </a:lnTo>
                  <a:lnTo>
                    <a:pt x="9293" y="11179"/>
                  </a:lnTo>
                  <a:lnTo>
                    <a:pt x="8956" y="11280"/>
                  </a:lnTo>
                  <a:lnTo>
                    <a:pt x="8653" y="11381"/>
                  </a:lnTo>
                  <a:lnTo>
                    <a:pt x="8384" y="11482"/>
                  </a:lnTo>
                  <a:lnTo>
                    <a:pt x="8115" y="11650"/>
                  </a:lnTo>
                  <a:lnTo>
                    <a:pt x="8081" y="11684"/>
                  </a:lnTo>
                  <a:lnTo>
                    <a:pt x="8081" y="11751"/>
                  </a:lnTo>
                  <a:lnTo>
                    <a:pt x="8115" y="11818"/>
                  </a:lnTo>
                  <a:lnTo>
                    <a:pt x="8182" y="11818"/>
                  </a:lnTo>
                  <a:lnTo>
                    <a:pt x="8788" y="11616"/>
                  </a:lnTo>
                  <a:lnTo>
                    <a:pt x="9394" y="11482"/>
                  </a:lnTo>
                  <a:lnTo>
                    <a:pt x="10000" y="11347"/>
                  </a:lnTo>
                  <a:lnTo>
                    <a:pt x="10606" y="11179"/>
                  </a:lnTo>
                  <a:lnTo>
                    <a:pt x="12054" y="10741"/>
                  </a:lnTo>
                  <a:lnTo>
                    <a:pt x="13502" y="10371"/>
                  </a:lnTo>
                  <a:lnTo>
                    <a:pt x="14983" y="10068"/>
                  </a:lnTo>
                  <a:lnTo>
                    <a:pt x="15690" y="9899"/>
                  </a:lnTo>
                  <a:lnTo>
                    <a:pt x="16397" y="9697"/>
                  </a:lnTo>
                  <a:lnTo>
                    <a:pt x="16936" y="9495"/>
                  </a:lnTo>
                  <a:lnTo>
                    <a:pt x="17474" y="9293"/>
                  </a:lnTo>
                  <a:lnTo>
                    <a:pt x="18013" y="9125"/>
                  </a:lnTo>
                  <a:lnTo>
                    <a:pt x="18282" y="9058"/>
                  </a:lnTo>
                  <a:lnTo>
                    <a:pt x="18585" y="9024"/>
                  </a:lnTo>
                  <a:lnTo>
                    <a:pt x="18686" y="9529"/>
                  </a:lnTo>
                  <a:lnTo>
                    <a:pt x="18484" y="9529"/>
                  </a:lnTo>
                  <a:lnTo>
                    <a:pt x="18249" y="9563"/>
                  </a:lnTo>
                  <a:lnTo>
                    <a:pt x="17845" y="9664"/>
                  </a:lnTo>
                  <a:lnTo>
                    <a:pt x="17037" y="9967"/>
                  </a:lnTo>
                  <a:lnTo>
                    <a:pt x="16363" y="10202"/>
                  </a:lnTo>
                  <a:lnTo>
                    <a:pt x="15656" y="10404"/>
                  </a:lnTo>
                  <a:lnTo>
                    <a:pt x="14276" y="10775"/>
                  </a:lnTo>
                  <a:lnTo>
                    <a:pt x="11313" y="11583"/>
                  </a:lnTo>
                  <a:lnTo>
                    <a:pt x="9832" y="11953"/>
                  </a:lnTo>
                  <a:lnTo>
                    <a:pt x="8350" y="12323"/>
                  </a:lnTo>
                  <a:lnTo>
                    <a:pt x="8283" y="12357"/>
                  </a:lnTo>
                  <a:lnTo>
                    <a:pt x="8283" y="12458"/>
                  </a:lnTo>
                  <a:lnTo>
                    <a:pt x="8317" y="12525"/>
                  </a:lnTo>
                  <a:lnTo>
                    <a:pt x="8384" y="12559"/>
                  </a:lnTo>
                  <a:lnTo>
                    <a:pt x="9091" y="12458"/>
                  </a:lnTo>
                  <a:lnTo>
                    <a:pt x="9764" y="12357"/>
                  </a:lnTo>
                  <a:lnTo>
                    <a:pt x="10471" y="12189"/>
                  </a:lnTo>
                  <a:lnTo>
                    <a:pt x="11145" y="12020"/>
                  </a:lnTo>
                  <a:lnTo>
                    <a:pt x="12525" y="11616"/>
                  </a:lnTo>
                  <a:lnTo>
                    <a:pt x="13872" y="11212"/>
                  </a:lnTo>
                  <a:lnTo>
                    <a:pt x="15320" y="10808"/>
                  </a:lnTo>
                  <a:lnTo>
                    <a:pt x="16767" y="10371"/>
                  </a:lnTo>
                  <a:lnTo>
                    <a:pt x="17744" y="10068"/>
                  </a:lnTo>
                  <a:lnTo>
                    <a:pt x="18249" y="9933"/>
                  </a:lnTo>
                  <a:lnTo>
                    <a:pt x="18754" y="9832"/>
                  </a:lnTo>
                  <a:lnTo>
                    <a:pt x="18855" y="10371"/>
                  </a:lnTo>
                  <a:lnTo>
                    <a:pt x="17542" y="10775"/>
                  </a:lnTo>
                  <a:lnTo>
                    <a:pt x="16229" y="11179"/>
                  </a:lnTo>
                  <a:lnTo>
                    <a:pt x="14882" y="11515"/>
                  </a:lnTo>
                  <a:lnTo>
                    <a:pt x="13569" y="11818"/>
                  </a:lnTo>
                  <a:lnTo>
                    <a:pt x="12256" y="12121"/>
                  </a:lnTo>
                  <a:lnTo>
                    <a:pt x="10976" y="12458"/>
                  </a:lnTo>
                  <a:lnTo>
                    <a:pt x="9731" y="12761"/>
                  </a:lnTo>
                  <a:lnTo>
                    <a:pt x="9428" y="12862"/>
                  </a:lnTo>
                  <a:lnTo>
                    <a:pt x="9125" y="12963"/>
                  </a:lnTo>
                  <a:lnTo>
                    <a:pt x="8923" y="13098"/>
                  </a:lnTo>
                  <a:lnTo>
                    <a:pt x="8788" y="13131"/>
                  </a:lnTo>
                  <a:lnTo>
                    <a:pt x="8721" y="13165"/>
                  </a:lnTo>
                  <a:lnTo>
                    <a:pt x="8653" y="13199"/>
                  </a:lnTo>
                  <a:lnTo>
                    <a:pt x="8620" y="13232"/>
                  </a:lnTo>
                  <a:lnTo>
                    <a:pt x="8620" y="13300"/>
                  </a:lnTo>
                  <a:lnTo>
                    <a:pt x="8687" y="13333"/>
                  </a:lnTo>
                  <a:lnTo>
                    <a:pt x="8754" y="13401"/>
                  </a:lnTo>
                  <a:lnTo>
                    <a:pt x="8855" y="13401"/>
                  </a:lnTo>
                  <a:lnTo>
                    <a:pt x="9024" y="13300"/>
                  </a:lnTo>
                  <a:lnTo>
                    <a:pt x="9394" y="13165"/>
                  </a:lnTo>
                  <a:lnTo>
                    <a:pt x="9731" y="13064"/>
                  </a:lnTo>
                  <a:lnTo>
                    <a:pt x="10438" y="12896"/>
                  </a:lnTo>
                  <a:lnTo>
                    <a:pt x="11784" y="12525"/>
                  </a:lnTo>
                  <a:lnTo>
                    <a:pt x="12458" y="12357"/>
                  </a:lnTo>
                  <a:lnTo>
                    <a:pt x="13165" y="12222"/>
                  </a:lnTo>
                  <a:lnTo>
                    <a:pt x="14613" y="11886"/>
                  </a:lnTo>
                  <a:lnTo>
                    <a:pt x="16060" y="11515"/>
                  </a:lnTo>
                  <a:lnTo>
                    <a:pt x="17508" y="11111"/>
                  </a:lnTo>
                  <a:lnTo>
                    <a:pt x="18922" y="10674"/>
                  </a:lnTo>
                  <a:lnTo>
                    <a:pt x="19023" y="11078"/>
                  </a:lnTo>
                  <a:lnTo>
                    <a:pt x="17676" y="11414"/>
                  </a:lnTo>
                  <a:lnTo>
                    <a:pt x="16330" y="11785"/>
                  </a:lnTo>
                  <a:lnTo>
                    <a:pt x="14983" y="12155"/>
                  </a:lnTo>
                  <a:lnTo>
                    <a:pt x="13636" y="12424"/>
                  </a:lnTo>
                  <a:lnTo>
                    <a:pt x="12996" y="12593"/>
                  </a:lnTo>
                  <a:lnTo>
                    <a:pt x="12390" y="12761"/>
                  </a:lnTo>
                  <a:lnTo>
                    <a:pt x="11212" y="13165"/>
                  </a:lnTo>
                  <a:lnTo>
                    <a:pt x="10640" y="13300"/>
                  </a:lnTo>
                  <a:lnTo>
                    <a:pt x="10034" y="13434"/>
                  </a:lnTo>
                  <a:lnTo>
                    <a:pt x="9461" y="13569"/>
                  </a:lnTo>
                  <a:lnTo>
                    <a:pt x="9192" y="13670"/>
                  </a:lnTo>
                  <a:lnTo>
                    <a:pt x="8923" y="13805"/>
                  </a:lnTo>
                  <a:lnTo>
                    <a:pt x="8923" y="13838"/>
                  </a:lnTo>
                  <a:lnTo>
                    <a:pt x="8923" y="13906"/>
                  </a:lnTo>
                  <a:lnTo>
                    <a:pt x="8923" y="13939"/>
                  </a:lnTo>
                  <a:lnTo>
                    <a:pt x="8990" y="13939"/>
                  </a:lnTo>
                  <a:lnTo>
                    <a:pt x="9596" y="13838"/>
                  </a:lnTo>
                  <a:lnTo>
                    <a:pt x="10168" y="13704"/>
                  </a:lnTo>
                  <a:lnTo>
                    <a:pt x="11347" y="13367"/>
                  </a:lnTo>
                  <a:lnTo>
                    <a:pt x="12525" y="12997"/>
                  </a:lnTo>
                  <a:lnTo>
                    <a:pt x="13097" y="12828"/>
                  </a:lnTo>
                  <a:lnTo>
                    <a:pt x="13704" y="12694"/>
                  </a:lnTo>
                  <a:lnTo>
                    <a:pt x="15050" y="12424"/>
                  </a:lnTo>
                  <a:lnTo>
                    <a:pt x="15724" y="12256"/>
                  </a:lnTo>
                  <a:lnTo>
                    <a:pt x="16397" y="12088"/>
                  </a:lnTo>
                  <a:lnTo>
                    <a:pt x="17744" y="11717"/>
                  </a:lnTo>
                  <a:lnTo>
                    <a:pt x="19090" y="11347"/>
                  </a:lnTo>
                  <a:lnTo>
                    <a:pt x="19225" y="11818"/>
                  </a:lnTo>
                  <a:lnTo>
                    <a:pt x="19191" y="11818"/>
                  </a:lnTo>
                  <a:lnTo>
                    <a:pt x="18484" y="11919"/>
                  </a:lnTo>
                  <a:lnTo>
                    <a:pt x="17811" y="12088"/>
                  </a:lnTo>
                  <a:lnTo>
                    <a:pt x="17138" y="12256"/>
                  </a:lnTo>
                  <a:lnTo>
                    <a:pt x="16431" y="12458"/>
                  </a:lnTo>
                  <a:lnTo>
                    <a:pt x="15084" y="12929"/>
                  </a:lnTo>
                  <a:lnTo>
                    <a:pt x="14411" y="13131"/>
                  </a:lnTo>
                  <a:lnTo>
                    <a:pt x="13737" y="13333"/>
                  </a:lnTo>
                  <a:lnTo>
                    <a:pt x="11010" y="14007"/>
                  </a:lnTo>
                  <a:lnTo>
                    <a:pt x="10471" y="14142"/>
                  </a:lnTo>
                  <a:lnTo>
                    <a:pt x="9865" y="14276"/>
                  </a:lnTo>
                  <a:lnTo>
                    <a:pt x="9562" y="14377"/>
                  </a:lnTo>
                  <a:lnTo>
                    <a:pt x="9293" y="14478"/>
                  </a:lnTo>
                  <a:lnTo>
                    <a:pt x="9057" y="14613"/>
                  </a:lnTo>
                  <a:lnTo>
                    <a:pt x="8855" y="14781"/>
                  </a:lnTo>
                  <a:lnTo>
                    <a:pt x="8855" y="14815"/>
                  </a:lnTo>
                  <a:lnTo>
                    <a:pt x="8889" y="14849"/>
                  </a:lnTo>
                  <a:lnTo>
                    <a:pt x="9125" y="14849"/>
                  </a:lnTo>
                  <a:lnTo>
                    <a:pt x="9428" y="14815"/>
                  </a:lnTo>
                  <a:lnTo>
                    <a:pt x="9697" y="14748"/>
                  </a:lnTo>
                  <a:lnTo>
                    <a:pt x="10000" y="14647"/>
                  </a:lnTo>
                  <a:lnTo>
                    <a:pt x="10539" y="14478"/>
                  </a:lnTo>
                  <a:lnTo>
                    <a:pt x="11077" y="14310"/>
                  </a:lnTo>
                  <a:lnTo>
                    <a:pt x="13603" y="13670"/>
                  </a:lnTo>
                  <a:lnTo>
                    <a:pt x="14310" y="13468"/>
                  </a:lnTo>
                  <a:lnTo>
                    <a:pt x="14983" y="13266"/>
                  </a:lnTo>
                  <a:lnTo>
                    <a:pt x="16363" y="12828"/>
                  </a:lnTo>
                  <a:lnTo>
                    <a:pt x="17070" y="12593"/>
                  </a:lnTo>
                  <a:lnTo>
                    <a:pt x="17777" y="12424"/>
                  </a:lnTo>
                  <a:lnTo>
                    <a:pt x="18484" y="12256"/>
                  </a:lnTo>
                  <a:lnTo>
                    <a:pt x="19191" y="12155"/>
                  </a:lnTo>
                  <a:lnTo>
                    <a:pt x="19292" y="12121"/>
                  </a:lnTo>
                  <a:lnTo>
                    <a:pt x="19427" y="12660"/>
                  </a:lnTo>
                  <a:lnTo>
                    <a:pt x="19158" y="12660"/>
                  </a:lnTo>
                  <a:lnTo>
                    <a:pt x="18888" y="12727"/>
                  </a:lnTo>
                  <a:lnTo>
                    <a:pt x="18215" y="12929"/>
                  </a:lnTo>
                  <a:lnTo>
                    <a:pt x="17542" y="13131"/>
                  </a:lnTo>
                  <a:lnTo>
                    <a:pt x="16633" y="13401"/>
                  </a:lnTo>
                  <a:lnTo>
                    <a:pt x="15757" y="13670"/>
                  </a:lnTo>
                  <a:lnTo>
                    <a:pt x="14848" y="13939"/>
                  </a:lnTo>
                  <a:lnTo>
                    <a:pt x="13973" y="14209"/>
                  </a:lnTo>
                  <a:lnTo>
                    <a:pt x="11549" y="14849"/>
                  </a:lnTo>
                  <a:lnTo>
                    <a:pt x="10269" y="15152"/>
                  </a:lnTo>
                  <a:lnTo>
                    <a:pt x="9933" y="15253"/>
                  </a:lnTo>
                  <a:lnTo>
                    <a:pt x="9731" y="15286"/>
                  </a:lnTo>
                  <a:lnTo>
                    <a:pt x="9529" y="15286"/>
                  </a:lnTo>
                  <a:lnTo>
                    <a:pt x="9495" y="15320"/>
                  </a:lnTo>
                  <a:lnTo>
                    <a:pt x="9495" y="15354"/>
                  </a:lnTo>
                  <a:lnTo>
                    <a:pt x="9495" y="15387"/>
                  </a:lnTo>
                  <a:lnTo>
                    <a:pt x="9630" y="15455"/>
                  </a:lnTo>
                  <a:lnTo>
                    <a:pt x="9764" y="15488"/>
                  </a:lnTo>
                  <a:lnTo>
                    <a:pt x="9933" y="15488"/>
                  </a:lnTo>
                  <a:lnTo>
                    <a:pt x="10101" y="15455"/>
                  </a:lnTo>
                  <a:lnTo>
                    <a:pt x="10438" y="15387"/>
                  </a:lnTo>
                  <a:lnTo>
                    <a:pt x="10707" y="15320"/>
                  </a:lnTo>
                  <a:lnTo>
                    <a:pt x="12054" y="14983"/>
                  </a:lnTo>
                  <a:lnTo>
                    <a:pt x="13401" y="14647"/>
                  </a:lnTo>
                  <a:lnTo>
                    <a:pt x="14882" y="14243"/>
                  </a:lnTo>
                  <a:lnTo>
                    <a:pt x="15623" y="14040"/>
                  </a:lnTo>
                  <a:lnTo>
                    <a:pt x="16330" y="13805"/>
                  </a:lnTo>
                  <a:lnTo>
                    <a:pt x="18114" y="13266"/>
                  </a:lnTo>
                  <a:lnTo>
                    <a:pt x="18754" y="13030"/>
                  </a:lnTo>
                  <a:lnTo>
                    <a:pt x="19090" y="12929"/>
                  </a:lnTo>
                  <a:lnTo>
                    <a:pt x="19494" y="12929"/>
                  </a:lnTo>
                  <a:lnTo>
                    <a:pt x="19999" y="14882"/>
                  </a:lnTo>
                  <a:lnTo>
                    <a:pt x="17508" y="15623"/>
                  </a:lnTo>
                  <a:lnTo>
                    <a:pt x="15017" y="16364"/>
                  </a:lnTo>
                  <a:lnTo>
                    <a:pt x="12559" y="17003"/>
                  </a:lnTo>
                  <a:lnTo>
                    <a:pt x="11885" y="17172"/>
                  </a:lnTo>
                  <a:lnTo>
                    <a:pt x="11212" y="17306"/>
                  </a:lnTo>
                  <a:lnTo>
                    <a:pt x="10539" y="17475"/>
                  </a:lnTo>
                  <a:lnTo>
                    <a:pt x="9899" y="17677"/>
                  </a:lnTo>
                  <a:lnTo>
                    <a:pt x="9865" y="17710"/>
                  </a:lnTo>
                  <a:lnTo>
                    <a:pt x="9865" y="17744"/>
                  </a:lnTo>
                  <a:lnTo>
                    <a:pt x="9865" y="17778"/>
                  </a:lnTo>
                  <a:lnTo>
                    <a:pt x="9899" y="17778"/>
                  </a:lnTo>
                  <a:lnTo>
                    <a:pt x="10471" y="17744"/>
                  </a:lnTo>
                  <a:lnTo>
                    <a:pt x="11044" y="17677"/>
                  </a:lnTo>
                  <a:lnTo>
                    <a:pt x="12121" y="17407"/>
                  </a:lnTo>
                  <a:lnTo>
                    <a:pt x="13502" y="17071"/>
                  </a:lnTo>
                  <a:lnTo>
                    <a:pt x="14848" y="16700"/>
                  </a:lnTo>
                  <a:lnTo>
                    <a:pt x="17474" y="15960"/>
                  </a:lnTo>
                  <a:lnTo>
                    <a:pt x="20067" y="15185"/>
                  </a:lnTo>
                  <a:lnTo>
                    <a:pt x="20168" y="15657"/>
                  </a:lnTo>
                  <a:lnTo>
                    <a:pt x="19629" y="15825"/>
                  </a:lnTo>
                  <a:lnTo>
                    <a:pt x="19090" y="15960"/>
                  </a:lnTo>
                  <a:lnTo>
                    <a:pt x="18552" y="16094"/>
                  </a:lnTo>
                  <a:lnTo>
                    <a:pt x="18013" y="16229"/>
                  </a:lnTo>
                  <a:lnTo>
                    <a:pt x="16666" y="16633"/>
                  </a:lnTo>
                  <a:lnTo>
                    <a:pt x="15993" y="16835"/>
                  </a:lnTo>
                  <a:lnTo>
                    <a:pt x="15320" y="17037"/>
                  </a:lnTo>
                  <a:lnTo>
                    <a:pt x="12862" y="17643"/>
                  </a:lnTo>
                  <a:lnTo>
                    <a:pt x="11616" y="17946"/>
                  </a:lnTo>
                  <a:lnTo>
                    <a:pt x="11010" y="18114"/>
                  </a:lnTo>
                  <a:lnTo>
                    <a:pt x="10404" y="18316"/>
                  </a:lnTo>
                  <a:lnTo>
                    <a:pt x="10303" y="18350"/>
                  </a:lnTo>
                  <a:lnTo>
                    <a:pt x="9630" y="17677"/>
                  </a:lnTo>
                  <a:lnTo>
                    <a:pt x="9125" y="17104"/>
                  </a:lnTo>
                  <a:lnTo>
                    <a:pt x="8552" y="16498"/>
                  </a:lnTo>
                  <a:lnTo>
                    <a:pt x="8249" y="16229"/>
                  </a:lnTo>
                  <a:lnTo>
                    <a:pt x="7946" y="15960"/>
                  </a:lnTo>
                  <a:lnTo>
                    <a:pt x="7610" y="15724"/>
                  </a:lnTo>
                  <a:lnTo>
                    <a:pt x="7273" y="15556"/>
                  </a:lnTo>
                  <a:lnTo>
                    <a:pt x="7172" y="15185"/>
                  </a:lnTo>
                  <a:lnTo>
                    <a:pt x="7172" y="15118"/>
                  </a:lnTo>
                  <a:lnTo>
                    <a:pt x="7138" y="15084"/>
                  </a:lnTo>
                  <a:lnTo>
                    <a:pt x="7105" y="15051"/>
                  </a:lnTo>
                  <a:lnTo>
                    <a:pt x="6768" y="14074"/>
                  </a:lnTo>
                  <a:lnTo>
                    <a:pt x="6600" y="13569"/>
                  </a:lnTo>
                  <a:lnTo>
                    <a:pt x="6465" y="13064"/>
                  </a:lnTo>
                  <a:lnTo>
                    <a:pt x="6095" y="11616"/>
                  </a:lnTo>
                  <a:lnTo>
                    <a:pt x="5792" y="10135"/>
                  </a:lnTo>
                  <a:lnTo>
                    <a:pt x="5489" y="8755"/>
                  </a:lnTo>
                  <a:lnTo>
                    <a:pt x="5320" y="8048"/>
                  </a:lnTo>
                  <a:lnTo>
                    <a:pt x="5219" y="7374"/>
                  </a:lnTo>
                  <a:lnTo>
                    <a:pt x="5219" y="7105"/>
                  </a:lnTo>
                  <a:lnTo>
                    <a:pt x="5253" y="6869"/>
                  </a:lnTo>
                  <a:lnTo>
                    <a:pt x="5320" y="6667"/>
                  </a:lnTo>
                  <a:lnTo>
                    <a:pt x="5421" y="6465"/>
                  </a:lnTo>
                  <a:lnTo>
                    <a:pt x="5556" y="6297"/>
                  </a:lnTo>
                  <a:lnTo>
                    <a:pt x="5724" y="6162"/>
                  </a:lnTo>
                  <a:lnTo>
                    <a:pt x="5926" y="6027"/>
                  </a:lnTo>
                  <a:lnTo>
                    <a:pt x="6128" y="5926"/>
                  </a:lnTo>
                  <a:lnTo>
                    <a:pt x="6398" y="5825"/>
                  </a:lnTo>
                  <a:lnTo>
                    <a:pt x="6499" y="5758"/>
                  </a:lnTo>
                  <a:lnTo>
                    <a:pt x="6566" y="5657"/>
                  </a:lnTo>
                  <a:lnTo>
                    <a:pt x="6600" y="5657"/>
                  </a:lnTo>
                  <a:lnTo>
                    <a:pt x="7071" y="5623"/>
                  </a:lnTo>
                  <a:lnTo>
                    <a:pt x="7542" y="5522"/>
                  </a:lnTo>
                  <a:lnTo>
                    <a:pt x="8485" y="5253"/>
                  </a:lnTo>
                  <a:lnTo>
                    <a:pt x="9259" y="5051"/>
                  </a:lnTo>
                  <a:lnTo>
                    <a:pt x="10000" y="4849"/>
                  </a:lnTo>
                  <a:lnTo>
                    <a:pt x="10774" y="4613"/>
                  </a:lnTo>
                  <a:lnTo>
                    <a:pt x="11549" y="4445"/>
                  </a:lnTo>
                  <a:lnTo>
                    <a:pt x="12929" y="4142"/>
                  </a:lnTo>
                  <a:lnTo>
                    <a:pt x="14310" y="3839"/>
                  </a:lnTo>
                  <a:lnTo>
                    <a:pt x="15656" y="3536"/>
                  </a:lnTo>
                  <a:lnTo>
                    <a:pt x="16330" y="3334"/>
                  </a:lnTo>
                  <a:lnTo>
                    <a:pt x="17003" y="3098"/>
                  </a:lnTo>
                  <a:close/>
                  <a:moveTo>
                    <a:pt x="20235" y="15892"/>
                  </a:moveTo>
                  <a:lnTo>
                    <a:pt x="20336" y="16397"/>
                  </a:lnTo>
                  <a:lnTo>
                    <a:pt x="18181" y="16835"/>
                  </a:lnTo>
                  <a:lnTo>
                    <a:pt x="17104" y="17104"/>
                  </a:lnTo>
                  <a:lnTo>
                    <a:pt x="16027" y="17374"/>
                  </a:lnTo>
                  <a:lnTo>
                    <a:pt x="14815" y="17710"/>
                  </a:lnTo>
                  <a:lnTo>
                    <a:pt x="13636" y="18114"/>
                  </a:lnTo>
                  <a:lnTo>
                    <a:pt x="13064" y="18283"/>
                  </a:lnTo>
                  <a:lnTo>
                    <a:pt x="12491" y="18451"/>
                  </a:lnTo>
                  <a:lnTo>
                    <a:pt x="11919" y="18619"/>
                  </a:lnTo>
                  <a:lnTo>
                    <a:pt x="11347" y="18821"/>
                  </a:lnTo>
                  <a:lnTo>
                    <a:pt x="11111" y="18855"/>
                  </a:lnTo>
                  <a:lnTo>
                    <a:pt x="10909" y="18956"/>
                  </a:lnTo>
                  <a:lnTo>
                    <a:pt x="10471" y="18518"/>
                  </a:lnTo>
                  <a:lnTo>
                    <a:pt x="10606" y="18485"/>
                  </a:lnTo>
                  <a:lnTo>
                    <a:pt x="10741" y="18451"/>
                  </a:lnTo>
                  <a:lnTo>
                    <a:pt x="10842" y="18384"/>
                  </a:lnTo>
                  <a:lnTo>
                    <a:pt x="11380" y="18283"/>
                  </a:lnTo>
                  <a:lnTo>
                    <a:pt x="11885" y="18182"/>
                  </a:lnTo>
                  <a:lnTo>
                    <a:pt x="12929" y="17879"/>
                  </a:lnTo>
                  <a:lnTo>
                    <a:pt x="15623" y="17205"/>
                  </a:lnTo>
                  <a:lnTo>
                    <a:pt x="16296" y="17003"/>
                  </a:lnTo>
                  <a:lnTo>
                    <a:pt x="16936" y="16801"/>
                  </a:lnTo>
                  <a:lnTo>
                    <a:pt x="18282" y="16397"/>
                  </a:lnTo>
                  <a:lnTo>
                    <a:pt x="19259" y="16162"/>
                  </a:lnTo>
                  <a:lnTo>
                    <a:pt x="19764" y="16061"/>
                  </a:lnTo>
                  <a:lnTo>
                    <a:pt x="20235" y="15892"/>
                  </a:lnTo>
                  <a:close/>
                  <a:moveTo>
                    <a:pt x="20403" y="16667"/>
                  </a:moveTo>
                  <a:lnTo>
                    <a:pt x="20504" y="17138"/>
                  </a:lnTo>
                  <a:lnTo>
                    <a:pt x="19393" y="17407"/>
                  </a:lnTo>
                  <a:lnTo>
                    <a:pt x="18282" y="17677"/>
                  </a:lnTo>
                  <a:lnTo>
                    <a:pt x="17205" y="18013"/>
                  </a:lnTo>
                  <a:lnTo>
                    <a:pt x="16128" y="18384"/>
                  </a:lnTo>
                  <a:lnTo>
                    <a:pt x="15118" y="18754"/>
                  </a:lnTo>
                  <a:lnTo>
                    <a:pt x="14074" y="19124"/>
                  </a:lnTo>
                  <a:lnTo>
                    <a:pt x="13502" y="19293"/>
                  </a:lnTo>
                  <a:lnTo>
                    <a:pt x="12929" y="19394"/>
                  </a:lnTo>
                  <a:lnTo>
                    <a:pt x="11751" y="19596"/>
                  </a:lnTo>
                  <a:lnTo>
                    <a:pt x="11717" y="19629"/>
                  </a:lnTo>
                  <a:lnTo>
                    <a:pt x="11683" y="19663"/>
                  </a:lnTo>
                  <a:lnTo>
                    <a:pt x="11212" y="19259"/>
                  </a:lnTo>
                  <a:lnTo>
                    <a:pt x="11111" y="19158"/>
                  </a:lnTo>
                  <a:lnTo>
                    <a:pt x="11313" y="19091"/>
                  </a:lnTo>
                  <a:lnTo>
                    <a:pt x="11515" y="19023"/>
                  </a:lnTo>
                  <a:lnTo>
                    <a:pt x="12020" y="18889"/>
                  </a:lnTo>
                  <a:lnTo>
                    <a:pt x="12289" y="18855"/>
                  </a:lnTo>
                  <a:lnTo>
                    <a:pt x="12424" y="18821"/>
                  </a:lnTo>
                  <a:lnTo>
                    <a:pt x="12525" y="18754"/>
                  </a:lnTo>
                  <a:lnTo>
                    <a:pt x="12559" y="18754"/>
                  </a:lnTo>
                  <a:lnTo>
                    <a:pt x="13468" y="18451"/>
                  </a:lnTo>
                  <a:lnTo>
                    <a:pt x="14680" y="18047"/>
                  </a:lnTo>
                  <a:lnTo>
                    <a:pt x="15858" y="17677"/>
                  </a:lnTo>
                  <a:lnTo>
                    <a:pt x="17003" y="17407"/>
                  </a:lnTo>
                  <a:lnTo>
                    <a:pt x="18114" y="17138"/>
                  </a:lnTo>
                  <a:lnTo>
                    <a:pt x="20403" y="16667"/>
                  </a:lnTo>
                  <a:close/>
                  <a:moveTo>
                    <a:pt x="6835" y="15556"/>
                  </a:moveTo>
                  <a:lnTo>
                    <a:pt x="7239" y="15825"/>
                  </a:lnTo>
                  <a:lnTo>
                    <a:pt x="7610" y="16094"/>
                  </a:lnTo>
                  <a:lnTo>
                    <a:pt x="7980" y="16397"/>
                  </a:lnTo>
                  <a:lnTo>
                    <a:pt x="8317" y="16700"/>
                  </a:lnTo>
                  <a:lnTo>
                    <a:pt x="8990" y="17340"/>
                  </a:lnTo>
                  <a:lnTo>
                    <a:pt x="9630" y="18013"/>
                  </a:lnTo>
                  <a:lnTo>
                    <a:pt x="10337" y="18754"/>
                  </a:lnTo>
                  <a:lnTo>
                    <a:pt x="11044" y="19461"/>
                  </a:lnTo>
                  <a:lnTo>
                    <a:pt x="11380" y="19730"/>
                  </a:lnTo>
                  <a:lnTo>
                    <a:pt x="11717" y="20000"/>
                  </a:lnTo>
                  <a:lnTo>
                    <a:pt x="12054" y="20303"/>
                  </a:lnTo>
                  <a:lnTo>
                    <a:pt x="12357" y="20572"/>
                  </a:lnTo>
                  <a:lnTo>
                    <a:pt x="12289" y="20639"/>
                  </a:lnTo>
                  <a:lnTo>
                    <a:pt x="12256" y="20707"/>
                  </a:lnTo>
                  <a:lnTo>
                    <a:pt x="12256" y="20740"/>
                  </a:lnTo>
                  <a:lnTo>
                    <a:pt x="12054" y="20976"/>
                  </a:lnTo>
                  <a:lnTo>
                    <a:pt x="11852" y="21178"/>
                  </a:lnTo>
                  <a:lnTo>
                    <a:pt x="11650" y="21346"/>
                  </a:lnTo>
                  <a:lnTo>
                    <a:pt x="11414" y="21212"/>
                  </a:lnTo>
                  <a:lnTo>
                    <a:pt x="11212" y="21077"/>
                  </a:lnTo>
                  <a:lnTo>
                    <a:pt x="10842" y="20740"/>
                  </a:lnTo>
                  <a:lnTo>
                    <a:pt x="10438" y="20404"/>
                  </a:lnTo>
                  <a:lnTo>
                    <a:pt x="10034" y="20067"/>
                  </a:lnTo>
                  <a:lnTo>
                    <a:pt x="9226" y="19293"/>
                  </a:lnTo>
                  <a:lnTo>
                    <a:pt x="8384" y="18552"/>
                  </a:lnTo>
                  <a:lnTo>
                    <a:pt x="7643" y="17946"/>
                  </a:lnTo>
                  <a:lnTo>
                    <a:pt x="7273" y="17643"/>
                  </a:lnTo>
                  <a:lnTo>
                    <a:pt x="6936" y="17273"/>
                  </a:lnTo>
                  <a:lnTo>
                    <a:pt x="6566" y="16835"/>
                  </a:lnTo>
                  <a:lnTo>
                    <a:pt x="6364" y="16633"/>
                  </a:lnTo>
                  <a:lnTo>
                    <a:pt x="6128" y="16465"/>
                  </a:lnTo>
                  <a:lnTo>
                    <a:pt x="6398" y="16128"/>
                  </a:lnTo>
                  <a:lnTo>
                    <a:pt x="6701" y="15791"/>
                  </a:lnTo>
                  <a:lnTo>
                    <a:pt x="6835" y="15556"/>
                  </a:lnTo>
                  <a:close/>
                  <a:moveTo>
                    <a:pt x="20538" y="17407"/>
                  </a:moveTo>
                  <a:lnTo>
                    <a:pt x="20673" y="18081"/>
                  </a:lnTo>
                  <a:lnTo>
                    <a:pt x="20942" y="19562"/>
                  </a:lnTo>
                  <a:lnTo>
                    <a:pt x="18619" y="20134"/>
                  </a:lnTo>
                  <a:lnTo>
                    <a:pt x="16296" y="20707"/>
                  </a:lnTo>
                  <a:lnTo>
                    <a:pt x="14916" y="21077"/>
                  </a:lnTo>
                  <a:lnTo>
                    <a:pt x="13535" y="21481"/>
                  </a:lnTo>
                  <a:lnTo>
                    <a:pt x="12862" y="21683"/>
                  </a:lnTo>
                  <a:lnTo>
                    <a:pt x="12963" y="21616"/>
                  </a:lnTo>
                  <a:lnTo>
                    <a:pt x="13030" y="21515"/>
                  </a:lnTo>
                  <a:lnTo>
                    <a:pt x="13064" y="21414"/>
                  </a:lnTo>
                  <a:lnTo>
                    <a:pt x="13064" y="21279"/>
                  </a:lnTo>
                  <a:lnTo>
                    <a:pt x="12996" y="21178"/>
                  </a:lnTo>
                  <a:lnTo>
                    <a:pt x="12895" y="21077"/>
                  </a:lnTo>
                  <a:lnTo>
                    <a:pt x="12794" y="20976"/>
                  </a:lnTo>
                  <a:lnTo>
                    <a:pt x="12559" y="20774"/>
                  </a:lnTo>
                  <a:lnTo>
                    <a:pt x="12660" y="20572"/>
                  </a:lnTo>
                  <a:lnTo>
                    <a:pt x="12660" y="20505"/>
                  </a:lnTo>
                  <a:lnTo>
                    <a:pt x="12592" y="20471"/>
                  </a:lnTo>
                  <a:lnTo>
                    <a:pt x="12592" y="20437"/>
                  </a:lnTo>
                  <a:lnTo>
                    <a:pt x="12929" y="20404"/>
                  </a:lnTo>
                  <a:lnTo>
                    <a:pt x="13266" y="20336"/>
                  </a:lnTo>
                  <a:lnTo>
                    <a:pt x="13973" y="20168"/>
                  </a:lnTo>
                  <a:lnTo>
                    <a:pt x="14646" y="19966"/>
                  </a:lnTo>
                  <a:lnTo>
                    <a:pt x="15286" y="19764"/>
                  </a:lnTo>
                  <a:lnTo>
                    <a:pt x="15690" y="19629"/>
                  </a:lnTo>
                  <a:lnTo>
                    <a:pt x="16094" y="19461"/>
                  </a:lnTo>
                  <a:lnTo>
                    <a:pt x="16868" y="19091"/>
                  </a:lnTo>
                  <a:lnTo>
                    <a:pt x="17239" y="18956"/>
                  </a:lnTo>
                  <a:lnTo>
                    <a:pt x="17643" y="18821"/>
                  </a:lnTo>
                  <a:lnTo>
                    <a:pt x="18047" y="18720"/>
                  </a:lnTo>
                  <a:lnTo>
                    <a:pt x="18484" y="18687"/>
                  </a:lnTo>
                  <a:lnTo>
                    <a:pt x="18552" y="18687"/>
                  </a:lnTo>
                  <a:lnTo>
                    <a:pt x="18585" y="18653"/>
                  </a:lnTo>
                  <a:lnTo>
                    <a:pt x="18619" y="18552"/>
                  </a:lnTo>
                  <a:lnTo>
                    <a:pt x="18585" y="18451"/>
                  </a:lnTo>
                  <a:lnTo>
                    <a:pt x="18552" y="18417"/>
                  </a:lnTo>
                  <a:lnTo>
                    <a:pt x="18484" y="18384"/>
                  </a:lnTo>
                  <a:lnTo>
                    <a:pt x="18114" y="18417"/>
                  </a:lnTo>
                  <a:lnTo>
                    <a:pt x="17777" y="18485"/>
                  </a:lnTo>
                  <a:lnTo>
                    <a:pt x="17407" y="18552"/>
                  </a:lnTo>
                  <a:lnTo>
                    <a:pt x="17070" y="18687"/>
                  </a:lnTo>
                  <a:lnTo>
                    <a:pt x="16397" y="18956"/>
                  </a:lnTo>
                  <a:lnTo>
                    <a:pt x="15757" y="19259"/>
                  </a:lnTo>
                  <a:lnTo>
                    <a:pt x="15353" y="19427"/>
                  </a:lnTo>
                  <a:lnTo>
                    <a:pt x="14916" y="19562"/>
                  </a:lnTo>
                  <a:lnTo>
                    <a:pt x="14108" y="19798"/>
                  </a:lnTo>
                  <a:lnTo>
                    <a:pt x="13232" y="20000"/>
                  </a:lnTo>
                  <a:lnTo>
                    <a:pt x="12828" y="20134"/>
                  </a:lnTo>
                  <a:lnTo>
                    <a:pt x="12424" y="20269"/>
                  </a:lnTo>
                  <a:lnTo>
                    <a:pt x="11784" y="19730"/>
                  </a:lnTo>
                  <a:lnTo>
                    <a:pt x="12054" y="19764"/>
                  </a:lnTo>
                  <a:lnTo>
                    <a:pt x="12323" y="19764"/>
                  </a:lnTo>
                  <a:lnTo>
                    <a:pt x="12828" y="19730"/>
                  </a:lnTo>
                  <a:lnTo>
                    <a:pt x="13367" y="19629"/>
                  </a:lnTo>
                  <a:lnTo>
                    <a:pt x="13906" y="19461"/>
                  </a:lnTo>
                  <a:lnTo>
                    <a:pt x="14444" y="19293"/>
                  </a:lnTo>
                  <a:lnTo>
                    <a:pt x="14983" y="19091"/>
                  </a:lnTo>
                  <a:lnTo>
                    <a:pt x="15959" y="18720"/>
                  </a:lnTo>
                  <a:lnTo>
                    <a:pt x="17070" y="18316"/>
                  </a:lnTo>
                  <a:lnTo>
                    <a:pt x="18215" y="17980"/>
                  </a:lnTo>
                  <a:lnTo>
                    <a:pt x="19393" y="17677"/>
                  </a:lnTo>
                  <a:lnTo>
                    <a:pt x="20538" y="17407"/>
                  </a:lnTo>
                  <a:close/>
                  <a:moveTo>
                    <a:pt x="12458" y="20909"/>
                  </a:moveTo>
                  <a:lnTo>
                    <a:pt x="12559" y="21010"/>
                  </a:lnTo>
                  <a:lnTo>
                    <a:pt x="12761" y="21178"/>
                  </a:lnTo>
                  <a:lnTo>
                    <a:pt x="12862" y="21245"/>
                  </a:lnTo>
                  <a:lnTo>
                    <a:pt x="12895" y="21313"/>
                  </a:lnTo>
                  <a:lnTo>
                    <a:pt x="12895" y="21380"/>
                  </a:lnTo>
                  <a:lnTo>
                    <a:pt x="12794" y="21447"/>
                  </a:lnTo>
                  <a:lnTo>
                    <a:pt x="12693" y="21582"/>
                  </a:lnTo>
                  <a:lnTo>
                    <a:pt x="12559" y="21649"/>
                  </a:lnTo>
                  <a:lnTo>
                    <a:pt x="12390" y="21717"/>
                  </a:lnTo>
                  <a:lnTo>
                    <a:pt x="12222" y="21717"/>
                  </a:lnTo>
                  <a:lnTo>
                    <a:pt x="12020" y="21616"/>
                  </a:lnTo>
                  <a:lnTo>
                    <a:pt x="11919" y="21548"/>
                  </a:lnTo>
                  <a:lnTo>
                    <a:pt x="11852" y="21481"/>
                  </a:lnTo>
                  <a:lnTo>
                    <a:pt x="12020" y="21346"/>
                  </a:lnTo>
                  <a:lnTo>
                    <a:pt x="12155" y="21212"/>
                  </a:lnTo>
                  <a:lnTo>
                    <a:pt x="12458" y="20909"/>
                  </a:lnTo>
                  <a:close/>
                  <a:moveTo>
                    <a:pt x="17979" y="2661"/>
                  </a:moveTo>
                  <a:lnTo>
                    <a:pt x="18047" y="2762"/>
                  </a:lnTo>
                  <a:lnTo>
                    <a:pt x="18148" y="2762"/>
                  </a:lnTo>
                  <a:lnTo>
                    <a:pt x="18080" y="2829"/>
                  </a:lnTo>
                  <a:lnTo>
                    <a:pt x="18080" y="2964"/>
                  </a:lnTo>
                  <a:lnTo>
                    <a:pt x="18181" y="3300"/>
                  </a:lnTo>
                  <a:lnTo>
                    <a:pt x="18417" y="3940"/>
                  </a:lnTo>
                  <a:lnTo>
                    <a:pt x="18787" y="5085"/>
                  </a:lnTo>
                  <a:lnTo>
                    <a:pt x="19124" y="6230"/>
                  </a:lnTo>
                  <a:lnTo>
                    <a:pt x="19427" y="7576"/>
                  </a:lnTo>
                  <a:lnTo>
                    <a:pt x="19595" y="8250"/>
                  </a:lnTo>
                  <a:lnTo>
                    <a:pt x="19764" y="8923"/>
                  </a:lnTo>
                  <a:lnTo>
                    <a:pt x="20134" y="10236"/>
                  </a:lnTo>
                  <a:lnTo>
                    <a:pt x="20302" y="10876"/>
                  </a:lnTo>
                  <a:lnTo>
                    <a:pt x="20471" y="11549"/>
                  </a:lnTo>
                  <a:lnTo>
                    <a:pt x="20605" y="12222"/>
                  </a:lnTo>
                  <a:lnTo>
                    <a:pt x="20706" y="12929"/>
                  </a:lnTo>
                  <a:lnTo>
                    <a:pt x="20807" y="13636"/>
                  </a:lnTo>
                  <a:lnTo>
                    <a:pt x="20942" y="14344"/>
                  </a:lnTo>
                  <a:lnTo>
                    <a:pt x="21211" y="15724"/>
                  </a:lnTo>
                  <a:lnTo>
                    <a:pt x="21548" y="17104"/>
                  </a:lnTo>
                  <a:lnTo>
                    <a:pt x="21885" y="18350"/>
                  </a:lnTo>
                  <a:lnTo>
                    <a:pt x="22289" y="19596"/>
                  </a:lnTo>
                  <a:lnTo>
                    <a:pt x="22659" y="20841"/>
                  </a:lnTo>
                  <a:lnTo>
                    <a:pt x="23063" y="22087"/>
                  </a:lnTo>
                  <a:lnTo>
                    <a:pt x="22895" y="21952"/>
                  </a:lnTo>
                  <a:lnTo>
                    <a:pt x="22760" y="21784"/>
                  </a:lnTo>
                  <a:lnTo>
                    <a:pt x="22727" y="21750"/>
                  </a:lnTo>
                  <a:lnTo>
                    <a:pt x="22659" y="21717"/>
                  </a:lnTo>
                  <a:lnTo>
                    <a:pt x="22592" y="21750"/>
                  </a:lnTo>
                  <a:lnTo>
                    <a:pt x="22558" y="21784"/>
                  </a:lnTo>
                  <a:lnTo>
                    <a:pt x="22424" y="21986"/>
                  </a:lnTo>
                  <a:lnTo>
                    <a:pt x="22356" y="22188"/>
                  </a:lnTo>
                  <a:lnTo>
                    <a:pt x="22222" y="22559"/>
                  </a:lnTo>
                  <a:lnTo>
                    <a:pt x="21986" y="22053"/>
                  </a:lnTo>
                  <a:lnTo>
                    <a:pt x="21784" y="21515"/>
                  </a:lnTo>
                  <a:lnTo>
                    <a:pt x="21616" y="20976"/>
                  </a:lnTo>
                  <a:lnTo>
                    <a:pt x="21447" y="20437"/>
                  </a:lnTo>
                  <a:lnTo>
                    <a:pt x="21481" y="20404"/>
                  </a:lnTo>
                  <a:lnTo>
                    <a:pt x="21447" y="20336"/>
                  </a:lnTo>
                  <a:lnTo>
                    <a:pt x="21447" y="20303"/>
                  </a:lnTo>
                  <a:lnTo>
                    <a:pt x="21380" y="20269"/>
                  </a:lnTo>
                  <a:lnTo>
                    <a:pt x="21245" y="19629"/>
                  </a:lnTo>
                  <a:lnTo>
                    <a:pt x="21077" y="18821"/>
                  </a:lnTo>
                  <a:lnTo>
                    <a:pt x="20908" y="18013"/>
                  </a:lnTo>
                  <a:lnTo>
                    <a:pt x="20774" y="17340"/>
                  </a:lnTo>
                  <a:lnTo>
                    <a:pt x="20807" y="17273"/>
                  </a:lnTo>
                  <a:lnTo>
                    <a:pt x="20807" y="17239"/>
                  </a:lnTo>
                  <a:lnTo>
                    <a:pt x="20774" y="17172"/>
                  </a:lnTo>
                  <a:lnTo>
                    <a:pt x="20740" y="17138"/>
                  </a:lnTo>
                  <a:lnTo>
                    <a:pt x="20471" y="15791"/>
                  </a:lnTo>
                  <a:lnTo>
                    <a:pt x="20504" y="15758"/>
                  </a:lnTo>
                  <a:lnTo>
                    <a:pt x="20504" y="15690"/>
                  </a:lnTo>
                  <a:lnTo>
                    <a:pt x="20471" y="15657"/>
                  </a:lnTo>
                  <a:lnTo>
                    <a:pt x="20403" y="15589"/>
                  </a:lnTo>
                  <a:lnTo>
                    <a:pt x="20302" y="15118"/>
                  </a:lnTo>
                  <a:lnTo>
                    <a:pt x="20336" y="15017"/>
                  </a:lnTo>
                  <a:lnTo>
                    <a:pt x="20336" y="14950"/>
                  </a:lnTo>
                  <a:lnTo>
                    <a:pt x="20302" y="14882"/>
                  </a:lnTo>
                  <a:lnTo>
                    <a:pt x="20235" y="14849"/>
                  </a:lnTo>
                  <a:lnTo>
                    <a:pt x="19764" y="12963"/>
                  </a:lnTo>
                  <a:lnTo>
                    <a:pt x="19326" y="11246"/>
                  </a:lnTo>
                  <a:lnTo>
                    <a:pt x="19326" y="11145"/>
                  </a:lnTo>
                  <a:lnTo>
                    <a:pt x="19259" y="11078"/>
                  </a:lnTo>
                  <a:lnTo>
                    <a:pt x="18956" y="9731"/>
                  </a:lnTo>
                  <a:lnTo>
                    <a:pt x="18956" y="9630"/>
                  </a:lnTo>
                  <a:lnTo>
                    <a:pt x="18787" y="8957"/>
                  </a:lnTo>
                  <a:lnTo>
                    <a:pt x="18821" y="8856"/>
                  </a:lnTo>
                  <a:lnTo>
                    <a:pt x="18787" y="8788"/>
                  </a:lnTo>
                  <a:lnTo>
                    <a:pt x="18754" y="8755"/>
                  </a:lnTo>
                  <a:lnTo>
                    <a:pt x="18552" y="7745"/>
                  </a:lnTo>
                  <a:lnTo>
                    <a:pt x="18316" y="6364"/>
                  </a:lnTo>
                  <a:lnTo>
                    <a:pt x="18148" y="5691"/>
                  </a:lnTo>
                  <a:lnTo>
                    <a:pt x="17979" y="4984"/>
                  </a:lnTo>
                  <a:lnTo>
                    <a:pt x="17777" y="4512"/>
                  </a:lnTo>
                  <a:lnTo>
                    <a:pt x="17575" y="4007"/>
                  </a:lnTo>
                  <a:lnTo>
                    <a:pt x="17340" y="3536"/>
                  </a:lnTo>
                  <a:lnTo>
                    <a:pt x="17239" y="3267"/>
                  </a:lnTo>
                  <a:lnTo>
                    <a:pt x="17171" y="3031"/>
                  </a:lnTo>
                  <a:lnTo>
                    <a:pt x="17205" y="2930"/>
                  </a:lnTo>
                  <a:lnTo>
                    <a:pt x="17171" y="2896"/>
                  </a:lnTo>
                  <a:lnTo>
                    <a:pt x="17138" y="2863"/>
                  </a:lnTo>
                  <a:lnTo>
                    <a:pt x="17138" y="2829"/>
                  </a:lnTo>
                  <a:lnTo>
                    <a:pt x="17171" y="2829"/>
                  </a:lnTo>
                  <a:lnTo>
                    <a:pt x="17441" y="2728"/>
                  </a:lnTo>
                  <a:lnTo>
                    <a:pt x="17710" y="2694"/>
                  </a:lnTo>
                  <a:lnTo>
                    <a:pt x="17979" y="2661"/>
                  </a:lnTo>
                  <a:close/>
                  <a:moveTo>
                    <a:pt x="24275" y="1"/>
                  </a:moveTo>
                  <a:lnTo>
                    <a:pt x="22626" y="506"/>
                  </a:lnTo>
                  <a:lnTo>
                    <a:pt x="20976" y="977"/>
                  </a:lnTo>
                  <a:lnTo>
                    <a:pt x="19326" y="1381"/>
                  </a:lnTo>
                  <a:lnTo>
                    <a:pt x="17643" y="1785"/>
                  </a:lnTo>
                  <a:lnTo>
                    <a:pt x="14310" y="2593"/>
                  </a:lnTo>
                  <a:lnTo>
                    <a:pt x="12626" y="2997"/>
                  </a:lnTo>
                  <a:lnTo>
                    <a:pt x="10976" y="3401"/>
                  </a:lnTo>
                  <a:lnTo>
                    <a:pt x="9630" y="3772"/>
                  </a:lnTo>
                  <a:lnTo>
                    <a:pt x="8317" y="4176"/>
                  </a:lnTo>
                  <a:lnTo>
                    <a:pt x="5691" y="5017"/>
                  </a:lnTo>
                  <a:lnTo>
                    <a:pt x="5051" y="5253"/>
                  </a:lnTo>
                  <a:lnTo>
                    <a:pt x="4714" y="5388"/>
                  </a:lnTo>
                  <a:lnTo>
                    <a:pt x="4377" y="5590"/>
                  </a:lnTo>
                  <a:lnTo>
                    <a:pt x="4108" y="5792"/>
                  </a:lnTo>
                  <a:lnTo>
                    <a:pt x="3973" y="5926"/>
                  </a:lnTo>
                  <a:lnTo>
                    <a:pt x="3906" y="6061"/>
                  </a:lnTo>
                  <a:lnTo>
                    <a:pt x="3839" y="6230"/>
                  </a:lnTo>
                  <a:lnTo>
                    <a:pt x="3805" y="6364"/>
                  </a:lnTo>
                  <a:lnTo>
                    <a:pt x="3771" y="6533"/>
                  </a:lnTo>
                  <a:lnTo>
                    <a:pt x="3805" y="6735"/>
                  </a:lnTo>
                  <a:lnTo>
                    <a:pt x="3771" y="7105"/>
                  </a:lnTo>
                  <a:lnTo>
                    <a:pt x="3805" y="7509"/>
                  </a:lnTo>
                  <a:lnTo>
                    <a:pt x="3906" y="7913"/>
                  </a:lnTo>
                  <a:lnTo>
                    <a:pt x="4007" y="8317"/>
                  </a:lnTo>
                  <a:lnTo>
                    <a:pt x="4310" y="9125"/>
                  </a:lnTo>
                  <a:lnTo>
                    <a:pt x="4546" y="9866"/>
                  </a:lnTo>
                  <a:lnTo>
                    <a:pt x="5556" y="13434"/>
                  </a:lnTo>
                  <a:lnTo>
                    <a:pt x="4916" y="12761"/>
                  </a:lnTo>
                  <a:lnTo>
                    <a:pt x="4243" y="12121"/>
                  </a:lnTo>
                  <a:lnTo>
                    <a:pt x="3839" y="11717"/>
                  </a:lnTo>
                  <a:lnTo>
                    <a:pt x="3401" y="11381"/>
                  </a:lnTo>
                  <a:lnTo>
                    <a:pt x="2963" y="11010"/>
                  </a:lnTo>
                  <a:lnTo>
                    <a:pt x="2559" y="10606"/>
                  </a:lnTo>
                  <a:lnTo>
                    <a:pt x="2290" y="10371"/>
                  </a:lnTo>
                  <a:lnTo>
                    <a:pt x="1987" y="10101"/>
                  </a:lnTo>
                  <a:lnTo>
                    <a:pt x="1819" y="9967"/>
                  </a:lnTo>
                  <a:lnTo>
                    <a:pt x="1650" y="9899"/>
                  </a:lnTo>
                  <a:lnTo>
                    <a:pt x="1482" y="9866"/>
                  </a:lnTo>
                  <a:lnTo>
                    <a:pt x="1280" y="9899"/>
                  </a:lnTo>
                  <a:lnTo>
                    <a:pt x="1280" y="9832"/>
                  </a:lnTo>
                  <a:lnTo>
                    <a:pt x="1246" y="9765"/>
                  </a:lnTo>
                  <a:lnTo>
                    <a:pt x="1179" y="9731"/>
                  </a:lnTo>
                  <a:lnTo>
                    <a:pt x="1112" y="9731"/>
                  </a:lnTo>
                  <a:lnTo>
                    <a:pt x="943" y="9832"/>
                  </a:lnTo>
                  <a:lnTo>
                    <a:pt x="775" y="10000"/>
                  </a:lnTo>
                  <a:lnTo>
                    <a:pt x="506" y="10303"/>
                  </a:lnTo>
                  <a:lnTo>
                    <a:pt x="270" y="10573"/>
                  </a:lnTo>
                  <a:lnTo>
                    <a:pt x="169" y="10741"/>
                  </a:lnTo>
                  <a:lnTo>
                    <a:pt x="135" y="10808"/>
                  </a:lnTo>
                  <a:lnTo>
                    <a:pt x="135" y="10876"/>
                  </a:lnTo>
                  <a:lnTo>
                    <a:pt x="102" y="10876"/>
                  </a:lnTo>
                  <a:lnTo>
                    <a:pt x="68" y="10909"/>
                  </a:lnTo>
                  <a:lnTo>
                    <a:pt x="34" y="10943"/>
                  </a:lnTo>
                  <a:lnTo>
                    <a:pt x="1" y="10977"/>
                  </a:lnTo>
                  <a:lnTo>
                    <a:pt x="34" y="11010"/>
                  </a:lnTo>
                  <a:lnTo>
                    <a:pt x="68" y="11044"/>
                  </a:lnTo>
                  <a:lnTo>
                    <a:pt x="236" y="11145"/>
                  </a:lnTo>
                  <a:lnTo>
                    <a:pt x="371" y="11280"/>
                  </a:lnTo>
                  <a:lnTo>
                    <a:pt x="640" y="11549"/>
                  </a:lnTo>
                  <a:lnTo>
                    <a:pt x="1145" y="12155"/>
                  </a:lnTo>
                  <a:lnTo>
                    <a:pt x="1448" y="12525"/>
                  </a:lnTo>
                  <a:lnTo>
                    <a:pt x="1785" y="12896"/>
                  </a:lnTo>
                  <a:lnTo>
                    <a:pt x="2155" y="13232"/>
                  </a:lnTo>
                  <a:lnTo>
                    <a:pt x="2526" y="13569"/>
                  </a:lnTo>
                  <a:lnTo>
                    <a:pt x="3401" y="14243"/>
                  </a:lnTo>
                  <a:lnTo>
                    <a:pt x="4276" y="14983"/>
                  </a:lnTo>
                  <a:lnTo>
                    <a:pt x="4680" y="15354"/>
                  </a:lnTo>
                  <a:lnTo>
                    <a:pt x="5085" y="15758"/>
                  </a:lnTo>
                  <a:lnTo>
                    <a:pt x="5455" y="16195"/>
                  </a:lnTo>
                  <a:lnTo>
                    <a:pt x="5792" y="16633"/>
                  </a:lnTo>
                  <a:lnTo>
                    <a:pt x="5859" y="16700"/>
                  </a:lnTo>
                  <a:lnTo>
                    <a:pt x="5994" y="16700"/>
                  </a:lnTo>
                  <a:lnTo>
                    <a:pt x="6027" y="16633"/>
                  </a:lnTo>
                  <a:lnTo>
                    <a:pt x="6061" y="16599"/>
                  </a:lnTo>
                  <a:lnTo>
                    <a:pt x="6162" y="16734"/>
                  </a:lnTo>
                  <a:lnTo>
                    <a:pt x="6263" y="16835"/>
                  </a:lnTo>
                  <a:lnTo>
                    <a:pt x="6330" y="16869"/>
                  </a:lnTo>
                  <a:lnTo>
                    <a:pt x="6330" y="16902"/>
                  </a:lnTo>
                  <a:lnTo>
                    <a:pt x="6600" y="17744"/>
                  </a:lnTo>
                  <a:lnTo>
                    <a:pt x="6869" y="18619"/>
                  </a:lnTo>
                  <a:lnTo>
                    <a:pt x="7071" y="19461"/>
                  </a:lnTo>
                  <a:lnTo>
                    <a:pt x="7239" y="20336"/>
                  </a:lnTo>
                  <a:lnTo>
                    <a:pt x="7610" y="22087"/>
                  </a:lnTo>
                  <a:lnTo>
                    <a:pt x="7812" y="22963"/>
                  </a:lnTo>
                  <a:lnTo>
                    <a:pt x="8081" y="23838"/>
                  </a:lnTo>
                  <a:lnTo>
                    <a:pt x="8653" y="25656"/>
                  </a:lnTo>
                  <a:lnTo>
                    <a:pt x="9226" y="27474"/>
                  </a:lnTo>
                  <a:lnTo>
                    <a:pt x="9327" y="27710"/>
                  </a:lnTo>
                  <a:lnTo>
                    <a:pt x="9428" y="27912"/>
                  </a:lnTo>
                  <a:lnTo>
                    <a:pt x="9529" y="28114"/>
                  </a:lnTo>
                  <a:lnTo>
                    <a:pt x="9663" y="28316"/>
                  </a:lnTo>
                  <a:lnTo>
                    <a:pt x="9832" y="28484"/>
                  </a:lnTo>
                  <a:lnTo>
                    <a:pt x="10000" y="28652"/>
                  </a:lnTo>
                  <a:lnTo>
                    <a:pt x="10202" y="28787"/>
                  </a:lnTo>
                  <a:lnTo>
                    <a:pt x="10438" y="28888"/>
                  </a:lnTo>
                  <a:lnTo>
                    <a:pt x="10707" y="28955"/>
                  </a:lnTo>
                  <a:lnTo>
                    <a:pt x="11010" y="29023"/>
                  </a:lnTo>
                  <a:lnTo>
                    <a:pt x="11313" y="29056"/>
                  </a:lnTo>
                  <a:lnTo>
                    <a:pt x="11616" y="29056"/>
                  </a:lnTo>
                  <a:lnTo>
                    <a:pt x="11919" y="29023"/>
                  </a:lnTo>
                  <a:lnTo>
                    <a:pt x="12222" y="28989"/>
                  </a:lnTo>
                  <a:lnTo>
                    <a:pt x="12828" y="28854"/>
                  </a:lnTo>
                  <a:lnTo>
                    <a:pt x="13434" y="28686"/>
                  </a:lnTo>
                  <a:lnTo>
                    <a:pt x="14040" y="28484"/>
                  </a:lnTo>
                  <a:lnTo>
                    <a:pt x="15151" y="28080"/>
                  </a:lnTo>
                  <a:lnTo>
                    <a:pt x="17104" y="27541"/>
                  </a:lnTo>
                  <a:lnTo>
                    <a:pt x="19057" y="27003"/>
                  </a:lnTo>
                  <a:lnTo>
                    <a:pt x="20067" y="26666"/>
                  </a:lnTo>
                  <a:lnTo>
                    <a:pt x="21110" y="26329"/>
                  </a:lnTo>
                  <a:lnTo>
                    <a:pt x="21616" y="26161"/>
                  </a:lnTo>
                  <a:lnTo>
                    <a:pt x="22154" y="26026"/>
                  </a:lnTo>
                  <a:lnTo>
                    <a:pt x="22659" y="25892"/>
                  </a:lnTo>
                  <a:lnTo>
                    <a:pt x="23198" y="25824"/>
                  </a:lnTo>
                  <a:lnTo>
                    <a:pt x="23265" y="25791"/>
                  </a:lnTo>
                  <a:lnTo>
                    <a:pt x="23333" y="25690"/>
                  </a:lnTo>
                  <a:lnTo>
                    <a:pt x="23467" y="25690"/>
                  </a:lnTo>
                  <a:lnTo>
                    <a:pt x="23636" y="25656"/>
                  </a:lnTo>
                  <a:lnTo>
                    <a:pt x="23972" y="25589"/>
                  </a:lnTo>
                  <a:lnTo>
                    <a:pt x="24275" y="25488"/>
                  </a:lnTo>
                  <a:lnTo>
                    <a:pt x="24275" y="25151"/>
                  </a:lnTo>
                  <a:lnTo>
                    <a:pt x="23636" y="25353"/>
                  </a:lnTo>
                  <a:lnTo>
                    <a:pt x="23366" y="25454"/>
                  </a:lnTo>
                  <a:lnTo>
                    <a:pt x="23198" y="25555"/>
                  </a:lnTo>
                  <a:lnTo>
                    <a:pt x="22760" y="25589"/>
                  </a:lnTo>
                  <a:lnTo>
                    <a:pt x="22356" y="25690"/>
                  </a:lnTo>
                  <a:lnTo>
                    <a:pt x="21548" y="25892"/>
                  </a:lnTo>
                  <a:lnTo>
                    <a:pt x="19966" y="26430"/>
                  </a:lnTo>
                  <a:lnTo>
                    <a:pt x="19057" y="26700"/>
                  </a:lnTo>
                  <a:lnTo>
                    <a:pt x="18148" y="26969"/>
                  </a:lnTo>
                  <a:lnTo>
                    <a:pt x="16296" y="27474"/>
                  </a:lnTo>
                  <a:lnTo>
                    <a:pt x="14882" y="27912"/>
                  </a:lnTo>
                  <a:lnTo>
                    <a:pt x="13468" y="28349"/>
                  </a:lnTo>
                  <a:lnTo>
                    <a:pt x="12895" y="28518"/>
                  </a:lnTo>
                  <a:lnTo>
                    <a:pt x="12323" y="28686"/>
                  </a:lnTo>
                  <a:lnTo>
                    <a:pt x="11717" y="28753"/>
                  </a:lnTo>
                  <a:lnTo>
                    <a:pt x="11414" y="28787"/>
                  </a:lnTo>
                  <a:lnTo>
                    <a:pt x="11111" y="28787"/>
                  </a:lnTo>
                  <a:lnTo>
                    <a:pt x="10741" y="28720"/>
                  </a:lnTo>
                  <a:lnTo>
                    <a:pt x="10438" y="28585"/>
                  </a:lnTo>
                  <a:lnTo>
                    <a:pt x="10202" y="28417"/>
                  </a:lnTo>
                  <a:lnTo>
                    <a:pt x="9966" y="28181"/>
                  </a:lnTo>
                  <a:lnTo>
                    <a:pt x="9798" y="27912"/>
                  </a:lnTo>
                  <a:lnTo>
                    <a:pt x="9630" y="27609"/>
                  </a:lnTo>
                  <a:lnTo>
                    <a:pt x="9495" y="27306"/>
                  </a:lnTo>
                  <a:lnTo>
                    <a:pt x="9394" y="26969"/>
                  </a:lnTo>
                  <a:lnTo>
                    <a:pt x="9125" y="26094"/>
                  </a:lnTo>
                  <a:lnTo>
                    <a:pt x="8822" y="25252"/>
                  </a:lnTo>
                  <a:lnTo>
                    <a:pt x="8249" y="23535"/>
                  </a:lnTo>
                  <a:lnTo>
                    <a:pt x="8014" y="22761"/>
                  </a:lnTo>
                  <a:lnTo>
                    <a:pt x="7812" y="21986"/>
                  </a:lnTo>
                  <a:lnTo>
                    <a:pt x="7475" y="20437"/>
                  </a:lnTo>
                  <a:lnTo>
                    <a:pt x="7138" y="18855"/>
                  </a:lnTo>
                  <a:lnTo>
                    <a:pt x="6936" y="18114"/>
                  </a:lnTo>
                  <a:lnTo>
                    <a:pt x="6667" y="17340"/>
                  </a:lnTo>
                  <a:lnTo>
                    <a:pt x="6768" y="17441"/>
                  </a:lnTo>
                  <a:lnTo>
                    <a:pt x="7037" y="17744"/>
                  </a:lnTo>
                  <a:lnTo>
                    <a:pt x="7307" y="18047"/>
                  </a:lnTo>
                  <a:lnTo>
                    <a:pt x="7946" y="18586"/>
                  </a:lnTo>
                  <a:lnTo>
                    <a:pt x="8115" y="18956"/>
                  </a:lnTo>
                  <a:lnTo>
                    <a:pt x="8216" y="19360"/>
                  </a:lnTo>
                  <a:lnTo>
                    <a:pt x="8418" y="20168"/>
                  </a:lnTo>
                  <a:lnTo>
                    <a:pt x="8586" y="21010"/>
                  </a:lnTo>
                  <a:lnTo>
                    <a:pt x="8721" y="21818"/>
                  </a:lnTo>
                  <a:lnTo>
                    <a:pt x="8923" y="23030"/>
                  </a:lnTo>
                  <a:lnTo>
                    <a:pt x="9192" y="24242"/>
                  </a:lnTo>
                  <a:lnTo>
                    <a:pt x="9394" y="25319"/>
                  </a:lnTo>
                  <a:lnTo>
                    <a:pt x="9562" y="25892"/>
                  </a:lnTo>
                  <a:lnTo>
                    <a:pt x="9731" y="26498"/>
                  </a:lnTo>
                  <a:lnTo>
                    <a:pt x="10000" y="27036"/>
                  </a:lnTo>
                  <a:lnTo>
                    <a:pt x="10135" y="27272"/>
                  </a:lnTo>
                  <a:lnTo>
                    <a:pt x="10303" y="27508"/>
                  </a:lnTo>
                  <a:lnTo>
                    <a:pt x="10505" y="27710"/>
                  </a:lnTo>
                  <a:lnTo>
                    <a:pt x="10707" y="27878"/>
                  </a:lnTo>
                  <a:lnTo>
                    <a:pt x="10943" y="28013"/>
                  </a:lnTo>
                  <a:lnTo>
                    <a:pt x="11178" y="28147"/>
                  </a:lnTo>
                  <a:lnTo>
                    <a:pt x="11515" y="28215"/>
                  </a:lnTo>
                  <a:lnTo>
                    <a:pt x="11852" y="28248"/>
                  </a:lnTo>
                  <a:lnTo>
                    <a:pt x="12188" y="28248"/>
                  </a:lnTo>
                  <a:lnTo>
                    <a:pt x="12525" y="28215"/>
                  </a:lnTo>
                  <a:lnTo>
                    <a:pt x="12862" y="28147"/>
                  </a:lnTo>
                  <a:lnTo>
                    <a:pt x="13199" y="28046"/>
                  </a:lnTo>
                  <a:lnTo>
                    <a:pt x="13838" y="27878"/>
                  </a:lnTo>
                  <a:lnTo>
                    <a:pt x="14613" y="27609"/>
                  </a:lnTo>
                  <a:lnTo>
                    <a:pt x="15387" y="27306"/>
                  </a:lnTo>
                  <a:lnTo>
                    <a:pt x="16195" y="27003"/>
                  </a:lnTo>
                  <a:lnTo>
                    <a:pt x="16969" y="26733"/>
                  </a:lnTo>
                  <a:lnTo>
                    <a:pt x="21279" y="25488"/>
                  </a:lnTo>
                  <a:lnTo>
                    <a:pt x="22356" y="25151"/>
                  </a:lnTo>
                  <a:lnTo>
                    <a:pt x="23467" y="24814"/>
                  </a:lnTo>
                  <a:lnTo>
                    <a:pt x="24275" y="24579"/>
                  </a:lnTo>
                  <a:lnTo>
                    <a:pt x="24275" y="24276"/>
                  </a:lnTo>
                  <a:lnTo>
                    <a:pt x="22929" y="24713"/>
                  </a:lnTo>
                  <a:lnTo>
                    <a:pt x="20807" y="25387"/>
                  </a:lnTo>
                  <a:lnTo>
                    <a:pt x="18686" y="25993"/>
                  </a:lnTo>
                  <a:lnTo>
                    <a:pt x="16936" y="26531"/>
                  </a:lnTo>
                  <a:lnTo>
                    <a:pt x="16094" y="26801"/>
                  </a:lnTo>
                  <a:lnTo>
                    <a:pt x="15252" y="27104"/>
                  </a:lnTo>
                  <a:lnTo>
                    <a:pt x="14444" y="27407"/>
                  </a:lnTo>
                  <a:lnTo>
                    <a:pt x="13670" y="27676"/>
                  </a:lnTo>
                  <a:lnTo>
                    <a:pt x="13232" y="27811"/>
                  </a:lnTo>
                  <a:lnTo>
                    <a:pt x="12828" y="27878"/>
                  </a:lnTo>
                  <a:lnTo>
                    <a:pt x="12424" y="27945"/>
                  </a:lnTo>
                  <a:lnTo>
                    <a:pt x="12020" y="27979"/>
                  </a:lnTo>
                  <a:lnTo>
                    <a:pt x="11650" y="27979"/>
                  </a:lnTo>
                  <a:lnTo>
                    <a:pt x="11313" y="27878"/>
                  </a:lnTo>
                  <a:lnTo>
                    <a:pt x="11044" y="27777"/>
                  </a:lnTo>
                  <a:lnTo>
                    <a:pt x="10774" y="27575"/>
                  </a:lnTo>
                  <a:lnTo>
                    <a:pt x="10539" y="27373"/>
                  </a:lnTo>
                  <a:lnTo>
                    <a:pt x="10337" y="27104"/>
                  </a:lnTo>
                  <a:lnTo>
                    <a:pt x="10168" y="26834"/>
                  </a:lnTo>
                  <a:lnTo>
                    <a:pt x="10034" y="26531"/>
                  </a:lnTo>
                  <a:lnTo>
                    <a:pt x="9899" y="26195"/>
                  </a:lnTo>
                  <a:lnTo>
                    <a:pt x="9764" y="25858"/>
                  </a:lnTo>
                  <a:lnTo>
                    <a:pt x="9596" y="25185"/>
                  </a:lnTo>
                  <a:lnTo>
                    <a:pt x="9461" y="24511"/>
                  </a:lnTo>
                  <a:lnTo>
                    <a:pt x="9327" y="23872"/>
                  </a:lnTo>
                  <a:lnTo>
                    <a:pt x="9125" y="22626"/>
                  </a:lnTo>
                  <a:lnTo>
                    <a:pt x="8923" y="21346"/>
                  </a:lnTo>
                  <a:lnTo>
                    <a:pt x="8822" y="20707"/>
                  </a:lnTo>
                  <a:lnTo>
                    <a:pt x="8687" y="20101"/>
                  </a:lnTo>
                  <a:lnTo>
                    <a:pt x="8519" y="19495"/>
                  </a:lnTo>
                  <a:lnTo>
                    <a:pt x="8317" y="18889"/>
                  </a:lnTo>
                  <a:lnTo>
                    <a:pt x="8350" y="18922"/>
                  </a:lnTo>
                  <a:lnTo>
                    <a:pt x="9259" y="19764"/>
                  </a:lnTo>
                  <a:lnTo>
                    <a:pt x="9697" y="20168"/>
                  </a:lnTo>
                  <a:lnTo>
                    <a:pt x="10135" y="20572"/>
                  </a:lnTo>
                  <a:lnTo>
                    <a:pt x="10539" y="20875"/>
                  </a:lnTo>
                  <a:lnTo>
                    <a:pt x="10741" y="21043"/>
                  </a:lnTo>
                  <a:lnTo>
                    <a:pt x="10909" y="21178"/>
                  </a:lnTo>
                  <a:lnTo>
                    <a:pt x="11212" y="21447"/>
                  </a:lnTo>
                  <a:lnTo>
                    <a:pt x="11347" y="21548"/>
                  </a:lnTo>
                  <a:lnTo>
                    <a:pt x="11549" y="21616"/>
                  </a:lnTo>
                  <a:lnTo>
                    <a:pt x="11616" y="21649"/>
                  </a:lnTo>
                  <a:lnTo>
                    <a:pt x="11683" y="21616"/>
                  </a:lnTo>
                  <a:lnTo>
                    <a:pt x="11717" y="21582"/>
                  </a:lnTo>
                  <a:lnTo>
                    <a:pt x="11717" y="21616"/>
                  </a:lnTo>
                  <a:lnTo>
                    <a:pt x="11751" y="21649"/>
                  </a:lnTo>
                  <a:lnTo>
                    <a:pt x="11919" y="21784"/>
                  </a:lnTo>
                  <a:lnTo>
                    <a:pt x="12121" y="21885"/>
                  </a:lnTo>
                  <a:lnTo>
                    <a:pt x="11616" y="21986"/>
                  </a:lnTo>
                  <a:lnTo>
                    <a:pt x="11380" y="22053"/>
                  </a:lnTo>
                  <a:lnTo>
                    <a:pt x="11178" y="22155"/>
                  </a:lnTo>
                  <a:lnTo>
                    <a:pt x="11111" y="22222"/>
                  </a:lnTo>
                  <a:lnTo>
                    <a:pt x="11111" y="22289"/>
                  </a:lnTo>
                  <a:lnTo>
                    <a:pt x="11178" y="22357"/>
                  </a:lnTo>
                  <a:lnTo>
                    <a:pt x="11246" y="22357"/>
                  </a:lnTo>
                  <a:lnTo>
                    <a:pt x="12525" y="22020"/>
                  </a:lnTo>
                  <a:lnTo>
                    <a:pt x="13805" y="21683"/>
                  </a:lnTo>
                  <a:lnTo>
                    <a:pt x="15084" y="21313"/>
                  </a:lnTo>
                  <a:lnTo>
                    <a:pt x="16363" y="20976"/>
                  </a:lnTo>
                  <a:lnTo>
                    <a:pt x="18686" y="20404"/>
                  </a:lnTo>
                  <a:lnTo>
                    <a:pt x="21009" y="19831"/>
                  </a:lnTo>
                  <a:lnTo>
                    <a:pt x="21110" y="20235"/>
                  </a:lnTo>
                  <a:lnTo>
                    <a:pt x="20841" y="20269"/>
                  </a:lnTo>
                  <a:lnTo>
                    <a:pt x="20538" y="20303"/>
                  </a:lnTo>
                  <a:lnTo>
                    <a:pt x="19932" y="20437"/>
                  </a:lnTo>
                  <a:lnTo>
                    <a:pt x="18821" y="20740"/>
                  </a:lnTo>
                  <a:lnTo>
                    <a:pt x="18013" y="20942"/>
                  </a:lnTo>
                  <a:lnTo>
                    <a:pt x="17239" y="21178"/>
                  </a:lnTo>
                  <a:lnTo>
                    <a:pt x="15690" y="21649"/>
                  </a:lnTo>
                  <a:lnTo>
                    <a:pt x="14108" y="22155"/>
                  </a:lnTo>
                  <a:lnTo>
                    <a:pt x="13333" y="22424"/>
                  </a:lnTo>
                  <a:lnTo>
                    <a:pt x="12525" y="22660"/>
                  </a:lnTo>
                  <a:lnTo>
                    <a:pt x="12188" y="22693"/>
                  </a:lnTo>
                  <a:lnTo>
                    <a:pt x="11852" y="22761"/>
                  </a:lnTo>
                  <a:lnTo>
                    <a:pt x="11683" y="22794"/>
                  </a:lnTo>
                  <a:lnTo>
                    <a:pt x="11515" y="22895"/>
                  </a:lnTo>
                  <a:lnTo>
                    <a:pt x="11414" y="22996"/>
                  </a:lnTo>
                  <a:lnTo>
                    <a:pt x="11313" y="23131"/>
                  </a:lnTo>
                  <a:lnTo>
                    <a:pt x="11313" y="23165"/>
                  </a:lnTo>
                  <a:lnTo>
                    <a:pt x="11347" y="23165"/>
                  </a:lnTo>
                  <a:lnTo>
                    <a:pt x="11784" y="23030"/>
                  </a:lnTo>
                  <a:lnTo>
                    <a:pt x="12222" y="22929"/>
                  </a:lnTo>
                  <a:lnTo>
                    <a:pt x="12660" y="22862"/>
                  </a:lnTo>
                  <a:lnTo>
                    <a:pt x="13097" y="22727"/>
                  </a:lnTo>
                  <a:lnTo>
                    <a:pt x="14545" y="22289"/>
                  </a:lnTo>
                  <a:lnTo>
                    <a:pt x="15993" y="21818"/>
                  </a:lnTo>
                  <a:lnTo>
                    <a:pt x="17306" y="21414"/>
                  </a:lnTo>
                  <a:lnTo>
                    <a:pt x="18653" y="21043"/>
                  </a:lnTo>
                  <a:lnTo>
                    <a:pt x="19259" y="20841"/>
                  </a:lnTo>
                  <a:lnTo>
                    <a:pt x="19898" y="20673"/>
                  </a:lnTo>
                  <a:lnTo>
                    <a:pt x="20538" y="20538"/>
                  </a:lnTo>
                  <a:lnTo>
                    <a:pt x="20875" y="20505"/>
                  </a:lnTo>
                  <a:lnTo>
                    <a:pt x="21178" y="20505"/>
                  </a:lnTo>
                  <a:lnTo>
                    <a:pt x="21346" y="21043"/>
                  </a:lnTo>
                  <a:lnTo>
                    <a:pt x="20740" y="21144"/>
                  </a:lnTo>
                  <a:lnTo>
                    <a:pt x="20134" y="21279"/>
                  </a:lnTo>
                  <a:lnTo>
                    <a:pt x="18922" y="21582"/>
                  </a:lnTo>
                  <a:lnTo>
                    <a:pt x="16498" y="22256"/>
                  </a:lnTo>
                  <a:lnTo>
                    <a:pt x="15252" y="22592"/>
                  </a:lnTo>
                  <a:lnTo>
                    <a:pt x="14007" y="22963"/>
                  </a:lnTo>
                  <a:lnTo>
                    <a:pt x="12761" y="23400"/>
                  </a:lnTo>
                  <a:lnTo>
                    <a:pt x="11549" y="23838"/>
                  </a:lnTo>
                  <a:lnTo>
                    <a:pt x="11515" y="23872"/>
                  </a:lnTo>
                  <a:lnTo>
                    <a:pt x="11515" y="23905"/>
                  </a:lnTo>
                  <a:lnTo>
                    <a:pt x="11549" y="23973"/>
                  </a:lnTo>
                  <a:lnTo>
                    <a:pt x="11582" y="23973"/>
                  </a:lnTo>
                  <a:lnTo>
                    <a:pt x="12188" y="23872"/>
                  </a:lnTo>
                  <a:lnTo>
                    <a:pt x="12794" y="23737"/>
                  </a:lnTo>
                  <a:lnTo>
                    <a:pt x="13367" y="23569"/>
                  </a:lnTo>
                  <a:lnTo>
                    <a:pt x="13973" y="23333"/>
                  </a:lnTo>
                  <a:lnTo>
                    <a:pt x="15151" y="22929"/>
                  </a:lnTo>
                  <a:lnTo>
                    <a:pt x="15724" y="22727"/>
                  </a:lnTo>
                  <a:lnTo>
                    <a:pt x="16330" y="22559"/>
                  </a:lnTo>
                  <a:lnTo>
                    <a:pt x="17575" y="22222"/>
                  </a:lnTo>
                  <a:lnTo>
                    <a:pt x="18855" y="21851"/>
                  </a:lnTo>
                  <a:lnTo>
                    <a:pt x="20134" y="21548"/>
                  </a:lnTo>
                  <a:lnTo>
                    <a:pt x="20774" y="21414"/>
                  </a:lnTo>
                  <a:lnTo>
                    <a:pt x="21414" y="21279"/>
                  </a:lnTo>
                  <a:lnTo>
                    <a:pt x="21750" y="22155"/>
                  </a:lnTo>
                  <a:lnTo>
                    <a:pt x="21919" y="22592"/>
                  </a:lnTo>
                  <a:lnTo>
                    <a:pt x="22154" y="22996"/>
                  </a:lnTo>
                  <a:lnTo>
                    <a:pt x="22188" y="23064"/>
                  </a:lnTo>
                  <a:lnTo>
                    <a:pt x="22255" y="23064"/>
                  </a:lnTo>
                  <a:lnTo>
                    <a:pt x="22356" y="23030"/>
                  </a:lnTo>
                  <a:lnTo>
                    <a:pt x="22390" y="22963"/>
                  </a:lnTo>
                  <a:lnTo>
                    <a:pt x="22525" y="22525"/>
                  </a:lnTo>
                  <a:lnTo>
                    <a:pt x="22592" y="22323"/>
                  </a:lnTo>
                  <a:lnTo>
                    <a:pt x="22659" y="22121"/>
                  </a:lnTo>
                  <a:lnTo>
                    <a:pt x="22760" y="22222"/>
                  </a:lnTo>
                  <a:lnTo>
                    <a:pt x="22861" y="22289"/>
                  </a:lnTo>
                  <a:lnTo>
                    <a:pt x="23131" y="22390"/>
                  </a:lnTo>
                  <a:lnTo>
                    <a:pt x="23164" y="22491"/>
                  </a:lnTo>
                  <a:lnTo>
                    <a:pt x="23198" y="22525"/>
                  </a:lnTo>
                  <a:lnTo>
                    <a:pt x="23232" y="22559"/>
                  </a:lnTo>
                  <a:lnTo>
                    <a:pt x="23333" y="22559"/>
                  </a:lnTo>
                  <a:lnTo>
                    <a:pt x="23400" y="22525"/>
                  </a:lnTo>
                  <a:lnTo>
                    <a:pt x="23434" y="22458"/>
                  </a:lnTo>
                  <a:lnTo>
                    <a:pt x="23434" y="22424"/>
                  </a:lnTo>
                  <a:lnTo>
                    <a:pt x="23400" y="22357"/>
                  </a:lnTo>
                  <a:lnTo>
                    <a:pt x="23400" y="22256"/>
                  </a:lnTo>
                  <a:lnTo>
                    <a:pt x="23366" y="22188"/>
                  </a:lnTo>
                  <a:lnTo>
                    <a:pt x="22962" y="20841"/>
                  </a:lnTo>
                  <a:lnTo>
                    <a:pt x="22558" y="19495"/>
                  </a:lnTo>
                  <a:lnTo>
                    <a:pt x="22121" y="18114"/>
                  </a:lnTo>
                  <a:lnTo>
                    <a:pt x="21750" y="16768"/>
                  </a:lnTo>
                  <a:lnTo>
                    <a:pt x="21582" y="16061"/>
                  </a:lnTo>
                  <a:lnTo>
                    <a:pt x="21414" y="15320"/>
                  </a:lnTo>
                  <a:lnTo>
                    <a:pt x="21178" y="13872"/>
                  </a:lnTo>
                  <a:lnTo>
                    <a:pt x="20908" y="12424"/>
                  </a:lnTo>
                  <a:lnTo>
                    <a:pt x="20774" y="11717"/>
                  </a:lnTo>
                  <a:lnTo>
                    <a:pt x="20639" y="10977"/>
                  </a:lnTo>
                  <a:lnTo>
                    <a:pt x="20437" y="10337"/>
                  </a:lnTo>
                  <a:lnTo>
                    <a:pt x="20269" y="9664"/>
                  </a:lnTo>
                  <a:lnTo>
                    <a:pt x="19898" y="8384"/>
                  </a:lnTo>
                  <a:lnTo>
                    <a:pt x="19528" y="6903"/>
                  </a:lnTo>
                  <a:lnTo>
                    <a:pt x="19360" y="6162"/>
                  </a:lnTo>
                  <a:lnTo>
                    <a:pt x="19158" y="5421"/>
                  </a:lnTo>
                  <a:lnTo>
                    <a:pt x="18855" y="4479"/>
                  </a:lnTo>
                  <a:lnTo>
                    <a:pt x="18552" y="3570"/>
                  </a:lnTo>
                  <a:lnTo>
                    <a:pt x="18451" y="3132"/>
                  </a:lnTo>
                  <a:lnTo>
                    <a:pt x="18350" y="2896"/>
                  </a:lnTo>
                  <a:lnTo>
                    <a:pt x="18282" y="2694"/>
                  </a:lnTo>
                  <a:lnTo>
                    <a:pt x="18518" y="2728"/>
                  </a:lnTo>
                  <a:lnTo>
                    <a:pt x="18821" y="2694"/>
                  </a:lnTo>
                  <a:lnTo>
                    <a:pt x="19494" y="2560"/>
                  </a:lnTo>
                  <a:lnTo>
                    <a:pt x="19494" y="2795"/>
                  </a:lnTo>
                  <a:lnTo>
                    <a:pt x="19528" y="3065"/>
                  </a:lnTo>
                  <a:lnTo>
                    <a:pt x="19629" y="3570"/>
                  </a:lnTo>
                  <a:lnTo>
                    <a:pt x="19764" y="4075"/>
                  </a:lnTo>
                  <a:lnTo>
                    <a:pt x="19932" y="4580"/>
                  </a:lnTo>
                  <a:lnTo>
                    <a:pt x="20100" y="5287"/>
                  </a:lnTo>
                  <a:lnTo>
                    <a:pt x="20269" y="5994"/>
                  </a:lnTo>
                  <a:lnTo>
                    <a:pt x="20572" y="7442"/>
                  </a:lnTo>
                  <a:lnTo>
                    <a:pt x="20740" y="8182"/>
                  </a:lnTo>
                  <a:lnTo>
                    <a:pt x="20908" y="8889"/>
                  </a:lnTo>
                  <a:lnTo>
                    <a:pt x="21312" y="10371"/>
                  </a:lnTo>
                  <a:lnTo>
                    <a:pt x="22154" y="13232"/>
                  </a:lnTo>
                  <a:lnTo>
                    <a:pt x="22962" y="16061"/>
                  </a:lnTo>
                  <a:lnTo>
                    <a:pt x="23366" y="17441"/>
                  </a:lnTo>
                  <a:lnTo>
                    <a:pt x="23737" y="18855"/>
                  </a:lnTo>
                  <a:lnTo>
                    <a:pt x="23972" y="19663"/>
                  </a:lnTo>
                  <a:lnTo>
                    <a:pt x="24275" y="20471"/>
                  </a:lnTo>
                  <a:lnTo>
                    <a:pt x="24275" y="19697"/>
                  </a:lnTo>
                  <a:lnTo>
                    <a:pt x="24107" y="19259"/>
                  </a:lnTo>
                  <a:lnTo>
                    <a:pt x="23972" y="18788"/>
                  </a:lnTo>
                  <a:lnTo>
                    <a:pt x="23602" y="17441"/>
                  </a:lnTo>
                  <a:lnTo>
                    <a:pt x="23232" y="16094"/>
                  </a:lnTo>
                  <a:lnTo>
                    <a:pt x="22457" y="13434"/>
                  </a:lnTo>
                  <a:lnTo>
                    <a:pt x="21649" y="10674"/>
                  </a:lnTo>
                  <a:lnTo>
                    <a:pt x="21245" y="9260"/>
                  </a:lnTo>
                  <a:lnTo>
                    <a:pt x="20875" y="7879"/>
                  </a:lnTo>
                  <a:lnTo>
                    <a:pt x="20605" y="6499"/>
                  </a:lnTo>
                  <a:lnTo>
                    <a:pt x="20302" y="5152"/>
                  </a:lnTo>
                  <a:lnTo>
                    <a:pt x="20134" y="4479"/>
                  </a:lnTo>
                  <a:lnTo>
                    <a:pt x="19932" y="3839"/>
                  </a:lnTo>
                  <a:lnTo>
                    <a:pt x="19764" y="3166"/>
                  </a:lnTo>
                  <a:lnTo>
                    <a:pt x="19629" y="2492"/>
                  </a:lnTo>
                  <a:lnTo>
                    <a:pt x="20504" y="2257"/>
                  </a:lnTo>
                  <a:lnTo>
                    <a:pt x="20976" y="2088"/>
                  </a:lnTo>
                  <a:lnTo>
                    <a:pt x="21818" y="1819"/>
                  </a:lnTo>
                  <a:lnTo>
                    <a:pt x="22626" y="1516"/>
                  </a:lnTo>
                  <a:lnTo>
                    <a:pt x="23434" y="1247"/>
                  </a:lnTo>
                  <a:lnTo>
                    <a:pt x="24275" y="1011"/>
                  </a:lnTo>
                  <a:lnTo>
                    <a:pt x="24275" y="742"/>
                  </a:lnTo>
                  <a:lnTo>
                    <a:pt x="24141" y="809"/>
                  </a:lnTo>
                  <a:lnTo>
                    <a:pt x="21851" y="1583"/>
                  </a:lnTo>
                  <a:lnTo>
                    <a:pt x="20706" y="1954"/>
                  </a:lnTo>
                  <a:lnTo>
                    <a:pt x="19595" y="2290"/>
                  </a:lnTo>
                  <a:lnTo>
                    <a:pt x="18922" y="2492"/>
                  </a:lnTo>
                  <a:lnTo>
                    <a:pt x="18518" y="2560"/>
                  </a:lnTo>
                  <a:lnTo>
                    <a:pt x="18350" y="2560"/>
                  </a:lnTo>
                  <a:lnTo>
                    <a:pt x="18215" y="2526"/>
                  </a:lnTo>
                  <a:lnTo>
                    <a:pt x="18181" y="2492"/>
                  </a:lnTo>
                  <a:lnTo>
                    <a:pt x="18047" y="2459"/>
                  </a:lnTo>
                  <a:lnTo>
                    <a:pt x="17609" y="2459"/>
                  </a:lnTo>
                  <a:lnTo>
                    <a:pt x="17340" y="2526"/>
                  </a:lnTo>
                  <a:lnTo>
                    <a:pt x="17205" y="2593"/>
                  </a:lnTo>
                  <a:lnTo>
                    <a:pt x="17104" y="2661"/>
                  </a:lnTo>
                  <a:lnTo>
                    <a:pt x="17003" y="2661"/>
                  </a:lnTo>
                  <a:lnTo>
                    <a:pt x="16969" y="2694"/>
                  </a:lnTo>
                  <a:lnTo>
                    <a:pt x="16969" y="2728"/>
                  </a:lnTo>
                  <a:lnTo>
                    <a:pt x="16969" y="2863"/>
                  </a:lnTo>
                  <a:lnTo>
                    <a:pt x="16969" y="2896"/>
                  </a:lnTo>
                  <a:lnTo>
                    <a:pt x="16296" y="3098"/>
                  </a:lnTo>
                  <a:lnTo>
                    <a:pt x="15623" y="3300"/>
                  </a:lnTo>
                  <a:lnTo>
                    <a:pt x="14242" y="3637"/>
                  </a:lnTo>
                  <a:lnTo>
                    <a:pt x="12862" y="3906"/>
                  </a:lnTo>
                  <a:lnTo>
                    <a:pt x="11481" y="4209"/>
                  </a:lnTo>
                  <a:lnTo>
                    <a:pt x="10707" y="4411"/>
                  </a:lnTo>
                  <a:lnTo>
                    <a:pt x="9933" y="4647"/>
                  </a:lnTo>
                  <a:lnTo>
                    <a:pt x="8418" y="5051"/>
                  </a:lnTo>
                  <a:lnTo>
                    <a:pt x="7812" y="5219"/>
                  </a:lnTo>
                  <a:lnTo>
                    <a:pt x="7239" y="5354"/>
                  </a:lnTo>
                  <a:lnTo>
                    <a:pt x="6869" y="5455"/>
                  </a:lnTo>
                  <a:lnTo>
                    <a:pt x="6667" y="5522"/>
                  </a:lnTo>
                  <a:lnTo>
                    <a:pt x="6532" y="5522"/>
                  </a:lnTo>
                  <a:lnTo>
                    <a:pt x="6532" y="5556"/>
                  </a:lnTo>
                  <a:lnTo>
                    <a:pt x="6532" y="5623"/>
                  </a:lnTo>
                  <a:lnTo>
                    <a:pt x="6095" y="5758"/>
                  </a:lnTo>
                  <a:lnTo>
                    <a:pt x="5859" y="5859"/>
                  </a:lnTo>
                  <a:lnTo>
                    <a:pt x="5657" y="5994"/>
                  </a:lnTo>
                  <a:lnTo>
                    <a:pt x="5489" y="6129"/>
                  </a:lnTo>
                  <a:lnTo>
                    <a:pt x="5320" y="6263"/>
                  </a:lnTo>
                  <a:lnTo>
                    <a:pt x="5186" y="6465"/>
                  </a:lnTo>
                  <a:lnTo>
                    <a:pt x="5085" y="6701"/>
                  </a:lnTo>
                  <a:lnTo>
                    <a:pt x="5017" y="6937"/>
                  </a:lnTo>
                  <a:lnTo>
                    <a:pt x="4984" y="7240"/>
                  </a:lnTo>
                  <a:lnTo>
                    <a:pt x="5017" y="7543"/>
                  </a:lnTo>
                  <a:lnTo>
                    <a:pt x="5051" y="7846"/>
                  </a:lnTo>
                  <a:lnTo>
                    <a:pt x="5219" y="8418"/>
                  </a:lnTo>
                  <a:lnTo>
                    <a:pt x="5354" y="8957"/>
                  </a:lnTo>
                  <a:lnTo>
                    <a:pt x="5691" y="10674"/>
                  </a:lnTo>
                  <a:lnTo>
                    <a:pt x="6095" y="12391"/>
                  </a:lnTo>
                  <a:lnTo>
                    <a:pt x="6229" y="12963"/>
                  </a:lnTo>
                  <a:lnTo>
                    <a:pt x="6398" y="13535"/>
                  </a:lnTo>
                  <a:lnTo>
                    <a:pt x="6768" y="14647"/>
                  </a:lnTo>
                  <a:lnTo>
                    <a:pt x="6330" y="14243"/>
                  </a:lnTo>
                  <a:lnTo>
                    <a:pt x="5893" y="13805"/>
                  </a:lnTo>
                  <a:lnTo>
                    <a:pt x="5792" y="13333"/>
                  </a:lnTo>
                  <a:lnTo>
                    <a:pt x="5691" y="12862"/>
                  </a:lnTo>
                  <a:lnTo>
                    <a:pt x="5421" y="11919"/>
                  </a:lnTo>
                  <a:lnTo>
                    <a:pt x="5118" y="10977"/>
                  </a:lnTo>
                  <a:lnTo>
                    <a:pt x="4815" y="10034"/>
                  </a:lnTo>
                  <a:lnTo>
                    <a:pt x="4579" y="9226"/>
                  </a:lnTo>
                  <a:lnTo>
                    <a:pt x="4310" y="8384"/>
                  </a:lnTo>
                  <a:lnTo>
                    <a:pt x="4209" y="8014"/>
                  </a:lnTo>
                  <a:lnTo>
                    <a:pt x="4142" y="7644"/>
                  </a:lnTo>
                  <a:lnTo>
                    <a:pt x="4007" y="6903"/>
                  </a:lnTo>
                  <a:lnTo>
                    <a:pt x="4041" y="6869"/>
                  </a:lnTo>
                  <a:lnTo>
                    <a:pt x="4041" y="6802"/>
                  </a:lnTo>
                  <a:lnTo>
                    <a:pt x="4007" y="6566"/>
                  </a:lnTo>
                  <a:lnTo>
                    <a:pt x="4041" y="6364"/>
                  </a:lnTo>
                  <a:lnTo>
                    <a:pt x="4108" y="6196"/>
                  </a:lnTo>
                  <a:lnTo>
                    <a:pt x="4243" y="6027"/>
                  </a:lnTo>
                  <a:lnTo>
                    <a:pt x="4411" y="5859"/>
                  </a:lnTo>
                  <a:lnTo>
                    <a:pt x="4579" y="5724"/>
                  </a:lnTo>
                  <a:lnTo>
                    <a:pt x="4815" y="5590"/>
                  </a:lnTo>
                  <a:lnTo>
                    <a:pt x="5051" y="5489"/>
                  </a:lnTo>
                  <a:lnTo>
                    <a:pt x="5556" y="5287"/>
                  </a:lnTo>
                  <a:lnTo>
                    <a:pt x="6095" y="5152"/>
                  </a:lnTo>
                  <a:lnTo>
                    <a:pt x="6903" y="4916"/>
                  </a:lnTo>
                  <a:lnTo>
                    <a:pt x="9663" y="4075"/>
                  </a:lnTo>
                  <a:lnTo>
                    <a:pt x="11077" y="3671"/>
                  </a:lnTo>
                  <a:lnTo>
                    <a:pt x="12458" y="3300"/>
                  </a:lnTo>
                  <a:lnTo>
                    <a:pt x="15421" y="2593"/>
                  </a:lnTo>
                  <a:lnTo>
                    <a:pt x="18383" y="1886"/>
                  </a:lnTo>
                  <a:lnTo>
                    <a:pt x="19865" y="1516"/>
                  </a:lnTo>
                  <a:lnTo>
                    <a:pt x="21346" y="1146"/>
                  </a:lnTo>
                  <a:lnTo>
                    <a:pt x="22828" y="742"/>
                  </a:lnTo>
                  <a:lnTo>
                    <a:pt x="24275" y="304"/>
                  </a:lnTo>
                  <a:lnTo>
                    <a:pt x="242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33"/>
            <p:cNvSpPr/>
            <p:nvPr/>
          </p:nvSpPr>
          <p:spPr>
            <a:xfrm>
              <a:off x="6823542" y="2472767"/>
              <a:ext cx="38614" cy="16769"/>
            </a:xfrm>
            <a:custGeom>
              <a:avLst/>
              <a:gdLst/>
              <a:ahLst/>
              <a:cxnLst/>
              <a:rect l="l" t="t" r="r" b="b"/>
              <a:pathLst>
                <a:path w="776" h="337" extrusionOk="0">
                  <a:moveTo>
                    <a:pt x="775" y="0"/>
                  </a:moveTo>
                  <a:lnTo>
                    <a:pt x="371" y="101"/>
                  </a:lnTo>
                  <a:lnTo>
                    <a:pt x="203" y="202"/>
                  </a:lnTo>
                  <a:lnTo>
                    <a:pt x="1" y="303"/>
                  </a:lnTo>
                  <a:lnTo>
                    <a:pt x="1" y="337"/>
                  </a:lnTo>
                  <a:lnTo>
                    <a:pt x="405" y="337"/>
                  </a:lnTo>
                  <a:lnTo>
                    <a:pt x="775" y="269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33"/>
            <p:cNvSpPr/>
            <p:nvPr/>
          </p:nvSpPr>
          <p:spPr>
            <a:xfrm>
              <a:off x="6810156" y="2378920"/>
              <a:ext cx="51999" cy="28512"/>
            </a:xfrm>
            <a:custGeom>
              <a:avLst/>
              <a:gdLst/>
              <a:ahLst/>
              <a:cxnLst/>
              <a:rect l="l" t="t" r="r" b="b"/>
              <a:pathLst>
                <a:path w="1045" h="573" extrusionOk="0">
                  <a:moveTo>
                    <a:pt x="1044" y="1"/>
                  </a:moveTo>
                  <a:lnTo>
                    <a:pt x="573" y="236"/>
                  </a:lnTo>
                  <a:lnTo>
                    <a:pt x="337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34" y="506"/>
                  </a:lnTo>
                  <a:lnTo>
                    <a:pt x="68" y="573"/>
                  </a:lnTo>
                  <a:lnTo>
                    <a:pt x="304" y="573"/>
                  </a:lnTo>
                  <a:lnTo>
                    <a:pt x="573" y="539"/>
                  </a:lnTo>
                  <a:lnTo>
                    <a:pt x="809" y="438"/>
                  </a:lnTo>
                  <a:lnTo>
                    <a:pt x="1044" y="337"/>
                  </a:lnTo>
                  <a:lnTo>
                    <a:pt x="104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33"/>
            <p:cNvSpPr/>
            <p:nvPr/>
          </p:nvSpPr>
          <p:spPr>
            <a:xfrm>
              <a:off x="6842003" y="2509590"/>
              <a:ext cx="20153" cy="16819"/>
            </a:xfrm>
            <a:custGeom>
              <a:avLst/>
              <a:gdLst/>
              <a:ahLst/>
              <a:cxnLst/>
              <a:rect l="l" t="t" r="r" b="b"/>
              <a:pathLst>
                <a:path w="405" h="338" extrusionOk="0">
                  <a:moveTo>
                    <a:pt x="404" y="1"/>
                  </a:moveTo>
                  <a:lnTo>
                    <a:pt x="236" y="68"/>
                  </a:lnTo>
                  <a:lnTo>
                    <a:pt x="68" y="135"/>
                  </a:lnTo>
                  <a:lnTo>
                    <a:pt x="0" y="203"/>
                  </a:lnTo>
                  <a:lnTo>
                    <a:pt x="0" y="270"/>
                  </a:lnTo>
                  <a:lnTo>
                    <a:pt x="34" y="304"/>
                  </a:lnTo>
                  <a:lnTo>
                    <a:pt x="101" y="337"/>
                  </a:lnTo>
                  <a:lnTo>
                    <a:pt x="270" y="337"/>
                  </a:lnTo>
                  <a:lnTo>
                    <a:pt x="404" y="30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" name="Google Shape;92;p33"/>
          <p:cNvGrpSpPr/>
          <p:nvPr/>
        </p:nvGrpSpPr>
        <p:grpSpPr>
          <a:xfrm>
            <a:off x="8106707" y="3508074"/>
            <a:ext cx="1037098" cy="1476031"/>
            <a:chOff x="5825057" y="3508074"/>
            <a:chExt cx="1037098" cy="1476031"/>
          </a:xfrm>
        </p:grpSpPr>
        <p:sp>
          <p:nvSpPr>
            <p:cNvPr id="93" name="Google Shape;93;p33"/>
            <p:cNvSpPr/>
            <p:nvPr/>
          </p:nvSpPr>
          <p:spPr>
            <a:xfrm>
              <a:off x="5825057" y="3508074"/>
              <a:ext cx="1037098" cy="1476031"/>
            </a:xfrm>
            <a:custGeom>
              <a:avLst/>
              <a:gdLst/>
              <a:ahLst/>
              <a:cxnLst/>
              <a:rect l="l" t="t" r="r" b="b"/>
              <a:pathLst>
                <a:path w="20842" h="29663" extrusionOk="0">
                  <a:moveTo>
                    <a:pt x="19394" y="10707"/>
                  </a:moveTo>
                  <a:lnTo>
                    <a:pt x="19427" y="10876"/>
                  </a:lnTo>
                  <a:lnTo>
                    <a:pt x="19495" y="11044"/>
                  </a:lnTo>
                  <a:lnTo>
                    <a:pt x="19663" y="11347"/>
                  </a:lnTo>
                  <a:lnTo>
                    <a:pt x="19865" y="11616"/>
                  </a:lnTo>
                  <a:lnTo>
                    <a:pt x="19966" y="11717"/>
                  </a:lnTo>
                  <a:lnTo>
                    <a:pt x="20101" y="11818"/>
                  </a:lnTo>
                  <a:lnTo>
                    <a:pt x="19865" y="12458"/>
                  </a:lnTo>
                  <a:lnTo>
                    <a:pt x="19798" y="12357"/>
                  </a:lnTo>
                  <a:lnTo>
                    <a:pt x="19730" y="12222"/>
                  </a:lnTo>
                  <a:lnTo>
                    <a:pt x="19495" y="11785"/>
                  </a:lnTo>
                  <a:lnTo>
                    <a:pt x="19326" y="11549"/>
                  </a:lnTo>
                  <a:lnTo>
                    <a:pt x="19225" y="11414"/>
                  </a:lnTo>
                  <a:lnTo>
                    <a:pt x="19091" y="11347"/>
                  </a:lnTo>
                  <a:lnTo>
                    <a:pt x="19394" y="10707"/>
                  </a:lnTo>
                  <a:close/>
                  <a:moveTo>
                    <a:pt x="19023" y="11448"/>
                  </a:moveTo>
                  <a:lnTo>
                    <a:pt x="19225" y="11717"/>
                  </a:lnTo>
                  <a:lnTo>
                    <a:pt x="19394" y="12020"/>
                  </a:lnTo>
                  <a:lnTo>
                    <a:pt x="19528" y="12357"/>
                  </a:lnTo>
                  <a:lnTo>
                    <a:pt x="19629" y="12525"/>
                  </a:lnTo>
                  <a:lnTo>
                    <a:pt x="19764" y="12626"/>
                  </a:lnTo>
                  <a:lnTo>
                    <a:pt x="19798" y="12626"/>
                  </a:lnTo>
                  <a:lnTo>
                    <a:pt x="19629" y="13165"/>
                  </a:lnTo>
                  <a:lnTo>
                    <a:pt x="19394" y="12828"/>
                  </a:lnTo>
                  <a:lnTo>
                    <a:pt x="19192" y="12424"/>
                  </a:lnTo>
                  <a:lnTo>
                    <a:pt x="18990" y="12020"/>
                  </a:lnTo>
                  <a:lnTo>
                    <a:pt x="18956" y="12020"/>
                  </a:lnTo>
                  <a:lnTo>
                    <a:pt x="18922" y="12054"/>
                  </a:lnTo>
                  <a:lnTo>
                    <a:pt x="18956" y="12256"/>
                  </a:lnTo>
                  <a:lnTo>
                    <a:pt x="19023" y="12458"/>
                  </a:lnTo>
                  <a:lnTo>
                    <a:pt x="19192" y="12828"/>
                  </a:lnTo>
                  <a:lnTo>
                    <a:pt x="19360" y="13098"/>
                  </a:lnTo>
                  <a:lnTo>
                    <a:pt x="19427" y="13266"/>
                  </a:lnTo>
                  <a:lnTo>
                    <a:pt x="19562" y="13367"/>
                  </a:lnTo>
                  <a:lnTo>
                    <a:pt x="19259" y="14108"/>
                  </a:lnTo>
                  <a:lnTo>
                    <a:pt x="19192" y="13973"/>
                  </a:lnTo>
                  <a:lnTo>
                    <a:pt x="19091" y="13805"/>
                  </a:lnTo>
                  <a:lnTo>
                    <a:pt x="18922" y="13535"/>
                  </a:lnTo>
                  <a:lnTo>
                    <a:pt x="18687" y="13098"/>
                  </a:lnTo>
                  <a:lnTo>
                    <a:pt x="18417" y="12694"/>
                  </a:lnTo>
                  <a:lnTo>
                    <a:pt x="18821" y="11919"/>
                  </a:lnTo>
                  <a:lnTo>
                    <a:pt x="19023" y="11448"/>
                  </a:lnTo>
                  <a:close/>
                  <a:moveTo>
                    <a:pt x="18350" y="12828"/>
                  </a:moveTo>
                  <a:lnTo>
                    <a:pt x="18518" y="13199"/>
                  </a:lnTo>
                  <a:lnTo>
                    <a:pt x="18687" y="13535"/>
                  </a:lnTo>
                  <a:lnTo>
                    <a:pt x="18889" y="13939"/>
                  </a:lnTo>
                  <a:lnTo>
                    <a:pt x="19023" y="14142"/>
                  </a:lnTo>
                  <a:lnTo>
                    <a:pt x="19158" y="14276"/>
                  </a:lnTo>
                  <a:lnTo>
                    <a:pt x="19124" y="14377"/>
                  </a:lnTo>
                  <a:lnTo>
                    <a:pt x="18922" y="14781"/>
                  </a:lnTo>
                  <a:lnTo>
                    <a:pt x="18788" y="14512"/>
                  </a:lnTo>
                  <a:lnTo>
                    <a:pt x="18653" y="14310"/>
                  </a:lnTo>
                  <a:lnTo>
                    <a:pt x="18384" y="13805"/>
                  </a:lnTo>
                  <a:lnTo>
                    <a:pt x="18249" y="13535"/>
                  </a:lnTo>
                  <a:lnTo>
                    <a:pt x="18215" y="13401"/>
                  </a:lnTo>
                  <a:lnTo>
                    <a:pt x="18215" y="13266"/>
                  </a:lnTo>
                  <a:lnTo>
                    <a:pt x="18215" y="13232"/>
                  </a:lnTo>
                  <a:lnTo>
                    <a:pt x="18182" y="13266"/>
                  </a:lnTo>
                  <a:lnTo>
                    <a:pt x="18182" y="13266"/>
                  </a:lnTo>
                  <a:lnTo>
                    <a:pt x="18350" y="12828"/>
                  </a:lnTo>
                  <a:close/>
                  <a:moveTo>
                    <a:pt x="18182" y="13266"/>
                  </a:moveTo>
                  <a:lnTo>
                    <a:pt x="18148" y="13468"/>
                  </a:lnTo>
                  <a:lnTo>
                    <a:pt x="18148" y="13670"/>
                  </a:lnTo>
                  <a:lnTo>
                    <a:pt x="18215" y="13872"/>
                  </a:lnTo>
                  <a:lnTo>
                    <a:pt x="18316" y="14074"/>
                  </a:lnTo>
                  <a:lnTo>
                    <a:pt x="18518" y="14546"/>
                  </a:lnTo>
                  <a:lnTo>
                    <a:pt x="18653" y="14781"/>
                  </a:lnTo>
                  <a:lnTo>
                    <a:pt x="18788" y="15017"/>
                  </a:lnTo>
                  <a:lnTo>
                    <a:pt x="18619" y="15387"/>
                  </a:lnTo>
                  <a:lnTo>
                    <a:pt x="18552" y="15185"/>
                  </a:lnTo>
                  <a:lnTo>
                    <a:pt x="18451" y="14983"/>
                  </a:lnTo>
                  <a:lnTo>
                    <a:pt x="18249" y="14613"/>
                  </a:lnTo>
                  <a:lnTo>
                    <a:pt x="18081" y="14310"/>
                  </a:lnTo>
                  <a:lnTo>
                    <a:pt x="17980" y="14175"/>
                  </a:lnTo>
                  <a:lnTo>
                    <a:pt x="17845" y="14041"/>
                  </a:lnTo>
                  <a:lnTo>
                    <a:pt x="18182" y="13266"/>
                  </a:lnTo>
                  <a:close/>
                  <a:moveTo>
                    <a:pt x="17777" y="14209"/>
                  </a:moveTo>
                  <a:lnTo>
                    <a:pt x="17946" y="14512"/>
                  </a:lnTo>
                  <a:lnTo>
                    <a:pt x="18114" y="14781"/>
                  </a:lnTo>
                  <a:lnTo>
                    <a:pt x="18283" y="15185"/>
                  </a:lnTo>
                  <a:lnTo>
                    <a:pt x="18384" y="15387"/>
                  </a:lnTo>
                  <a:lnTo>
                    <a:pt x="18485" y="15589"/>
                  </a:lnTo>
                  <a:lnTo>
                    <a:pt x="18518" y="15589"/>
                  </a:lnTo>
                  <a:lnTo>
                    <a:pt x="18283" y="16094"/>
                  </a:lnTo>
                  <a:lnTo>
                    <a:pt x="18081" y="15758"/>
                  </a:lnTo>
                  <a:lnTo>
                    <a:pt x="17845" y="15286"/>
                  </a:lnTo>
                  <a:lnTo>
                    <a:pt x="17609" y="14815"/>
                  </a:lnTo>
                  <a:lnTo>
                    <a:pt x="17575" y="14781"/>
                  </a:lnTo>
                  <a:lnTo>
                    <a:pt x="17542" y="14781"/>
                  </a:lnTo>
                  <a:lnTo>
                    <a:pt x="17777" y="14209"/>
                  </a:lnTo>
                  <a:close/>
                  <a:moveTo>
                    <a:pt x="17508" y="14882"/>
                  </a:moveTo>
                  <a:lnTo>
                    <a:pt x="17575" y="15084"/>
                  </a:lnTo>
                  <a:lnTo>
                    <a:pt x="17643" y="15286"/>
                  </a:lnTo>
                  <a:lnTo>
                    <a:pt x="17811" y="15657"/>
                  </a:lnTo>
                  <a:lnTo>
                    <a:pt x="18148" y="16364"/>
                  </a:lnTo>
                  <a:lnTo>
                    <a:pt x="17878" y="16970"/>
                  </a:lnTo>
                  <a:lnTo>
                    <a:pt x="17643" y="16532"/>
                  </a:lnTo>
                  <a:lnTo>
                    <a:pt x="17407" y="16128"/>
                  </a:lnTo>
                  <a:lnTo>
                    <a:pt x="17205" y="15758"/>
                  </a:lnTo>
                  <a:lnTo>
                    <a:pt x="17508" y="14882"/>
                  </a:lnTo>
                  <a:close/>
                  <a:moveTo>
                    <a:pt x="17138" y="15892"/>
                  </a:moveTo>
                  <a:lnTo>
                    <a:pt x="17474" y="16633"/>
                  </a:lnTo>
                  <a:lnTo>
                    <a:pt x="17609" y="16902"/>
                  </a:lnTo>
                  <a:lnTo>
                    <a:pt x="17777" y="17205"/>
                  </a:lnTo>
                  <a:lnTo>
                    <a:pt x="17643" y="17441"/>
                  </a:lnTo>
                  <a:lnTo>
                    <a:pt x="17373" y="16936"/>
                  </a:lnTo>
                  <a:lnTo>
                    <a:pt x="17003" y="16229"/>
                  </a:lnTo>
                  <a:lnTo>
                    <a:pt x="17138" y="15892"/>
                  </a:lnTo>
                  <a:close/>
                  <a:moveTo>
                    <a:pt x="16936" y="16431"/>
                  </a:moveTo>
                  <a:lnTo>
                    <a:pt x="17037" y="16768"/>
                  </a:lnTo>
                  <a:lnTo>
                    <a:pt x="17171" y="17104"/>
                  </a:lnTo>
                  <a:lnTo>
                    <a:pt x="17340" y="17441"/>
                  </a:lnTo>
                  <a:lnTo>
                    <a:pt x="17441" y="17576"/>
                  </a:lnTo>
                  <a:lnTo>
                    <a:pt x="17542" y="17677"/>
                  </a:lnTo>
                  <a:lnTo>
                    <a:pt x="17340" y="18114"/>
                  </a:lnTo>
                  <a:lnTo>
                    <a:pt x="17104" y="17677"/>
                  </a:lnTo>
                  <a:lnTo>
                    <a:pt x="16936" y="17374"/>
                  </a:lnTo>
                  <a:lnTo>
                    <a:pt x="16700" y="17037"/>
                  </a:lnTo>
                  <a:lnTo>
                    <a:pt x="16936" y="16431"/>
                  </a:lnTo>
                  <a:close/>
                  <a:moveTo>
                    <a:pt x="16666" y="17172"/>
                  </a:moveTo>
                  <a:lnTo>
                    <a:pt x="16868" y="17542"/>
                  </a:lnTo>
                  <a:lnTo>
                    <a:pt x="17037" y="17912"/>
                  </a:lnTo>
                  <a:lnTo>
                    <a:pt x="17104" y="18148"/>
                  </a:lnTo>
                  <a:lnTo>
                    <a:pt x="17239" y="18384"/>
                  </a:lnTo>
                  <a:lnTo>
                    <a:pt x="16902" y="19124"/>
                  </a:lnTo>
                  <a:lnTo>
                    <a:pt x="16767" y="18922"/>
                  </a:lnTo>
                  <a:lnTo>
                    <a:pt x="16532" y="18316"/>
                  </a:lnTo>
                  <a:lnTo>
                    <a:pt x="16464" y="18148"/>
                  </a:lnTo>
                  <a:lnTo>
                    <a:pt x="16397" y="18081"/>
                  </a:lnTo>
                  <a:lnTo>
                    <a:pt x="16363" y="18013"/>
                  </a:lnTo>
                  <a:lnTo>
                    <a:pt x="16464" y="17744"/>
                  </a:lnTo>
                  <a:lnTo>
                    <a:pt x="16666" y="17172"/>
                  </a:lnTo>
                  <a:close/>
                  <a:moveTo>
                    <a:pt x="6499" y="8654"/>
                  </a:moveTo>
                  <a:lnTo>
                    <a:pt x="9428" y="9866"/>
                  </a:lnTo>
                  <a:lnTo>
                    <a:pt x="10876" y="10472"/>
                  </a:lnTo>
                  <a:lnTo>
                    <a:pt x="12323" y="11111"/>
                  </a:lnTo>
                  <a:lnTo>
                    <a:pt x="13030" y="11414"/>
                  </a:lnTo>
                  <a:lnTo>
                    <a:pt x="13771" y="11684"/>
                  </a:lnTo>
                  <a:lnTo>
                    <a:pt x="14478" y="11987"/>
                  </a:lnTo>
                  <a:lnTo>
                    <a:pt x="15185" y="12290"/>
                  </a:lnTo>
                  <a:lnTo>
                    <a:pt x="16464" y="12963"/>
                  </a:lnTo>
                  <a:lnTo>
                    <a:pt x="17104" y="13232"/>
                  </a:lnTo>
                  <a:lnTo>
                    <a:pt x="17441" y="13367"/>
                  </a:lnTo>
                  <a:lnTo>
                    <a:pt x="17811" y="13468"/>
                  </a:lnTo>
                  <a:lnTo>
                    <a:pt x="17138" y="15084"/>
                  </a:lnTo>
                  <a:lnTo>
                    <a:pt x="16801" y="15892"/>
                  </a:lnTo>
                  <a:lnTo>
                    <a:pt x="16532" y="16734"/>
                  </a:lnTo>
                  <a:lnTo>
                    <a:pt x="16027" y="18047"/>
                  </a:lnTo>
                  <a:lnTo>
                    <a:pt x="15488" y="19326"/>
                  </a:lnTo>
                  <a:lnTo>
                    <a:pt x="14882" y="19023"/>
                  </a:lnTo>
                  <a:lnTo>
                    <a:pt x="14276" y="18788"/>
                  </a:lnTo>
                  <a:lnTo>
                    <a:pt x="13030" y="18316"/>
                  </a:lnTo>
                  <a:lnTo>
                    <a:pt x="12290" y="17980"/>
                  </a:lnTo>
                  <a:lnTo>
                    <a:pt x="11583" y="17643"/>
                  </a:lnTo>
                  <a:lnTo>
                    <a:pt x="10876" y="17273"/>
                  </a:lnTo>
                  <a:lnTo>
                    <a:pt x="10135" y="16970"/>
                  </a:lnTo>
                  <a:lnTo>
                    <a:pt x="8586" y="16330"/>
                  </a:lnTo>
                  <a:lnTo>
                    <a:pt x="7037" y="15657"/>
                  </a:lnTo>
                  <a:lnTo>
                    <a:pt x="5455" y="14983"/>
                  </a:lnTo>
                  <a:lnTo>
                    <a:pt x="4681" y="14680"/>
                  </a:lnTo>
                  <a:lnTo>
                    <a:pt x="3873" y="14377"/>
                  </a:lnTo>
                  <a:lnTo>
                    <a:pt x="3906" y="14310"/>
                  </a:lnTo>
                  <a:lnTo>
                    <a:pt x="4815" y="12290"/>
                  </a:lnTo>
                  <a:lnTo>
                    <a:pt x="5724" y="10303"/>
                  </a:lnTo>
                  <a:lnTo>
                    <a:pt x="6499" y="8654"/>
                  </a:lnTo>
                  <a:close/>
                  <a:moveTo>
                    <a:pt x="16262" y="18215"/>
                  </a:moveTo>
                  <a:lnTo>
                    <a:pt x="16330" y="18485"/>
                  </a:lnTo>
                  <a:lnTo>
                    <a:pt x="16431" y="18821"/>
                  </a:lnTo>
                  <a:lnTo>
                    <a:pt x="16599" y="19158"/>
                  </a:lnTo>
                  <a:lnTo>
                    <a:pt x="16767" y="19427"/>
                  </a:lnTo>
                  <a:lnTo>
                    <a:pt x="16599" y="19730"/>
                  </a:lnTo>
                  <a:lnTo>
                    <a:pt x="16397" y="19192"/>
                  </a:lnTo>
                  <a:lnTo>
                    <a:pt x="16229" y="18922"/>
                  </a:lnTo>
                  <a:lnTo>
                    <a:pt x="16060" y="18720"/>
                  </a:lnTo>
                  <a:lnTo>
                    <a:pt x="16262" y="18215"/>
                  </a:lnTo>
                  <a:close/>
                  <a:moveTo>
                    <a:pt x="15993" y="18855"/>
                  </a:moveTo>
                  <a:lnTo>
                    <a:pt x="16229" y="19427"/>
                  </a:lnTo>
                  <a:lnTo>
                    <a:pt x="16363" y="19730"/>
                  </a:lnTo>
                  <a:lnTo>
                    <a:pt x="16498" y="20000"/>
                  </a:lnTo>
                  <a:lnTo>
                    <a:pt x="16363" y="20303"/>
                  </a:lnTo>
                  <a:lnTo>
                    <a:pt x="16195" y="20000"/>
                  </a:lnTo>
                  <a:lnTo>
                    <a:pt x="16027" y="19596"/>
                  </a:lnTo>
                  <a:lnTo>
                    <a:pt x="15892" y="19158"/>
                  </a:lnTo>
                  <a:lnTo>
                    <a:pt x="15993" y="18855"/>
                  </a:lnTo>
                  <a:close/>
                  <a:moveTo>
                    <a:pt x="15791" y="19394"/>
                  </a:moveTo>
                  <a:lnTo>
                    <a:pt x="15858" y="19764"/>
                  </a:lnTo>
                  <a:lnTo>
                    <a:pt x="15926" y="20067"/>
                  </a:lnTo>
                  <a:lnTo>
                    <a:pt x="16027" y="20370"/>
                  </a:lnTo>
                  <a:lnTo>
                    <a:pt x="16094" y="20505"/>
                  </a:lnTo>
                  <a:lnTo>
                    <a:pt x="16195" y="20639"/>
                  </a:lnTo>
                  <a:lnTo>
                    <a:pt x="16060" y="20942"/>
                  </a:lnTo>
                  <a:lnTo>
                    <a:pt x="15858" y="20505"/>
                  </a:lnTo>
                  <a:lnTo>
                    <a:pt x="15724" y="20235"/>
                  </a:lnTo>
                  <a:lnTo>
                    <a:pt x="15589" y="19932"/>
                  </a:lnTo>
                  <a:lnTo>
                    <a:pt x="15791" y="19394"/>
                  </a:lnTo>
                  <a:close/>
                  <a:moveTo>
                    <a:pt x="15522" y="20067"/>
                  </a:moveTo>
                  <a:lnTo>
                    <a:pt x="15757" y="20740"/>
                  </a:lnTo>
                  <a:lnTo>
                    <a:pt x="15825" y="20976"/>
                  </a:lnTo>
                  <a:lnTo>
                    <a:pt x="15892" y="21111"/>
                  </a:lnTo>
                  <a:lnTo>
                    <a:pt x="15959" y="21212"/>
                  </a:lnTo>
                  <a:lnTo>
                    <a:pt x="15858" y="21447"/>
                  </a:lnTo>
                  <a:lnTo>
                    <a:pt x="15690" y="21144"/>
                  </a:lnTo>
                  <a:lnTo>
                    <a:pt x="15353" y="20437"/>
                  </a:lnTo>
                  <a:lnTo>
                    <a:pt x="15522" y="20067"/>
                  </a:lnTo>
                  <a:close/>
                  <a:moveTo>
                    <a:pt x="15286" y="20606"/>
                  </a:moveTo>
                  <a:lnTo>
                    <a:pt x="15488" y="21245"/>
                  </a:lnTo>
                  <a:lnTo>
                    <a:pt x="15589" y="21515"/>
                  </a:lnTo>
                  <a:lnTo>
                    <a:pt x="15724" y="21750"/>
                  </a:lnTo>
                  <a:lnTo>
                    <a:pt x="15555" y="22155"/>
                  </a:lnTo>
                  <a:lnTo>
                    <a:pt x="15454" y="21919"/>
                  </a:lnTo>
                  <a:lnTo>
                    <a:pt x="15353" y="21683"/>
                  </a:lnTo>
                  <a:lnTo>
                    <a:pt x="15219" y="21414"/>
                  </a:lnTo>
                  <a:lnTo>
                    <a:pt x="15084" y="21144"/>
                  </a:lnTo>
                  <a:lnTo>
                    <a:pt x="15286" y="20606"/>
                  </a:lnTo>
                  <a:close/>
                  <a:moveTo>
                    <a:pt x="15017" y="21279"/>
                  </a:moveTo>
                  <a:lnTo>
                    <a:pt x="15185" y="21750"/>
                  </a:lnTo>
                  <a:lnTo>
                    <a:pt x="15286" y="22087"/>
                  </a:lnTo>
                  <a:lnTo>
                    <a:pt x="15353" y="22222"/>
                  </a:lnTo>
                  <a:lnTo>
                    <a:pt x="15454" y="22357"/>
                  </a:lnTo>
                  <a:lnTo>
                    <a:pt x="15488" y="22357"/>
                  </a:lnTo>
                  <a:lnTo>
                    <a:pt x="15320" y="22794"/>
                  </a:lnTo>
                  <a:lnTo>
                    <a:pt x="15151" y="22525"/>
                  </a:lnTo>
                  <a:lnTo>
                    <a:pt x="14949" y="22188"/>
                  </a:lnTo>
                  <a:lnTo>
                    <a:pt x="14781" y="21885"/>
                  </a:lnTo>
                  <a:lnTo>
                    <a:pt x="15017" y="21279"/>
                  </a:lnTo>
                  <a:close/>
                  <a:moveTo>
                    <a:pt x="14747" y="21986"/>
                  </a:moveTo>
                  <a:lnTo>
                    <a:pt x="14815" y="22289"/>
                  </a:lnTo>
                  <a:lnTo>
                    <a:pt x="14949" y="22525"/>
                  </a:lnTo>
                  <a:lnTo>
                    <a:pt x="15050" y="22794"/>
                  </a:lnTo>
                  <a:lnTo>
                    <a:pt x="15219" y="23064"/>
                  </a:lnTo>
                  <a:lnTo>
                    <a:pt x="15050" y="23400"/>
                  </a:lnTo>
                  <a:lnTo>
                    <a:pt x="14949" y="23198"/>
                  </a:lnTo>
                  <a:lnTo>
                    <a:pt x="14882" y="22996"/>
                  </a:lnTo>
                  <a:lnTo>
                    <a:pt x="14747" y="22693"/>
                  </a:lnTo>
                  <a:lnTo>
                    <a:pt x="14579" y="22390"/>
                  </a:lnTo>
                  <a:lnTo>
                    <a:pt x="14747" y="21986"/>
                  </a:lnTo>
                  <a:close/>
                  <a:moveTo>
                    <a:pt x="14545" y="22458"/>
                  </a:moveTo>
                  <a:lnTo>
                    <a:pt x="14680" y="23097"/>
                  </a:lnTo>
                  <a:lnTo>
                    <a:pt x="14815" y="23400"/>
                  </a:lnTo>
                  <a:lnTo>
                    <a:pt x="14882" y="23535"/>
                  </a:lnTo>
                  <a:lnTo>
                    <a:pt x="14983" y="23670"/>
                  </a:lnTo>
                  <a:lnTo>
                    <a:pt x="14815" y="24074"/>
                  </a:lnTo>
                  <a:lnTo>
                    <a:pt x="14680" y="23771"/>
                  </a:lnTo>
                  <a:lnTo>
                    <a:pt x="14478" y="23434"/>
                  </a:lnTo>
                  <a:lnTo>
                    <a:pt x="14377" y="23299"/>
                  </a:lnTo>
                  <a:lnTo>
                    <a:pt x="14276" y="23131"/>
                  </a:lnTo>
                  <a:lnTo>
                    <a:pt x="14545" y="22458"/>
                  </a:lnTo>
                  <a:close/>
                  <a:moveTo>
                    <a:pt x="14242" y="23198"/>
                  </a:moveTo>
                  <a:lnTo>
                    <a:pt x="14512" y="23905"/>
                  </a:lnTo>
                  <a:lnTo>
                    <a:pt x="14613" y="24141"/>
                  </a:lnTo>
                  <a:lnTo>
                    <a:pt x="14714" y="24343"/>
                  </a:lnTo>
                  <a:lnTo>
                    <a:pt x="14613" y="24713"/>
                  </a:lnTo>
                  <a:lnTo>
                    <a:pt x="14478" y="24444"/>
                  </a:lnTo>
                  <a:lnTo>
                    <a:pt x="14377" y="24175"/>
                  </a:lnTo>
                  <a:lnTo>
                    <a:pt x="14242" y="23905"/>
                  </a:lnTo>
                  <a:lnTo>
                    <a:pt x="14074" y="23670"/>
                  </a:lnTo>
                  <a:lnTo>
                    <a:pt x="14108" y="23569"/>
                  </a:lnTo>
                  <a:lnTo>
                    <a:pt x="14242" y="23198"/>
                  </a:lnTo>
                  <a:close/>
                  <a:moveTo>
                    <a:pt x="13973" y="23838"/>
                  </a:moveTo>
                  <a:lnTo>
                    <a:pt x="14007" y="23939"/>
                  </a:lnTo>
                  <a:lnTo>
                    <a:pt x="14242" y="24511"/>
                  </a:lnTo>
                  <a:lnTo>
                    <a:pt x="14343" y="24747"/>
                  </a:lnTo>
                  <a:lnTo>
                    <a:pt x="14411" y="24882"/>
                  </a:lnTo>
                  <a:lnTo>
                    <a:pt x="14478" y="25016"/>
                  </a:lnTo>
                  <a:lnTo>
                    <a:pt x="14343" y="25420"/>
                  </a:lnTo>
                  <a:lnTo>
                    <a:pt x="14276" y="25319"/>
                  </a:lnTo>
                  <a:lnTo>
                    <a:pt x="14209" y="25218"/>
                  </a:lnTo>
                  <a:lnTo>
                    <a:pt x="14141" y="25117"/>
                  </a:lnTo>
                  <a:lnTo>
                    <a:pt x="14040" y="24915"/>
                  </a:lnTo>
                  <a:lnTo>
                    <a:pt x="13939" y="24646"/>
                  </a:lnTo>
                  <a:lnTo>
                    <a:pt x="13838" y="24511"/>
                  </a:lnTo>
                  <a:lnTo>
                    <a:pt x="13737" y="24410"/>
                  </a:lnTo>
                  <a:lnTo>
                    <a:pt x="13973" y="23838"/>
                  </a:lnTo>
                  <a:close/>
                  <a:moveTo>
                    <a:pt x="13704" y="24511"/>
                  </a:moveTo>
                  <a:lnTo>
                    <a:pt x="13838" y="24848"/>
                  </a:lnTo>
                  <a:lnTo>
                    <a:pt x="13973" y="25185"/>
                  </a:lnTo>
                  <a:lnTo>
                    <a:pt x="14108" y="25387"/>
                  </a:lnTo>
                  <a:lnTo>
                    <a:pt x="14175" y="25521"/>
                  </a:lnTo>
                  <a:lnTo>
                    <a:pt x="14310" y="25555"/>
                  </a:lnTo>
                  <a:lnTo>
                    <a:pt x="14108" y="26127"/>
                  </a:lnTo>
                  <a:lnTo>
                    <a:pt x="14040" y="26026"/>
                  </a:lnTo>
                  <a:lnTo>
                    <a:pt x="13838" y="25521"/>
                  </a:lnTo>
                  <a:lnTo>
                    <a:pt x="13704" y="25218"/>
                  </a:lnTo>
                  <a:lnTo>
                    <a:pt x="13603" y="25084"/>
                  </a:lnTo>
                  <a:lnTo>
                    <a:pt x="13502" y="24983"/>
                  </a:lnTo>
                  <a:lnTo>
                    <a:pt x="13704" y="24511"/>
                  </a:lnTo>
                  <a:close/>
                  <a:moveTo>
                    <a:pt x="13468" y="25050"/>
                  </a:moveTo>
                  <a:lnTo>
                    <a:pt x="13569" y="25218"/>
                  </a:lnTo>
                  <a:lnTo>
                    <a:pt x="13636" y="25420"/>
                  </a:lnTo>
                  <a:lnTo>
                    <a:pt x="13737" y="25757"/>
                  </a:lnTo>
                  <a:lnTo>
                    <a:pt x="13838" y="26060"/>
                  </a:lnTo>
                  <a:lnTo>
                    <a:pt x="13906" y="26195"/>
                  </a:lnTo>
                  <a:lnTo>
                    <a:pt x="14007" y="26329"/>
                  </a:lnTo>
                  <a:lnTo>
                    <a:pt x="13838" y="26733"/>
                  </a:lnTo>
                  <a:lnTo>
                    <a:pt x="13670" y="26397"/>
                  </a:lnTo>
                  <a:lnTo>
                    <a:pt x="13569" y="26094"/>
                  </a:lnTo>
                  <a:lnTo>
                    <a:pt x="13468" y="25757"/>
                  </a:lnTo>
                  <a:lnTo>
                    <a:pt x="13333" y="25454"/>
                  </a:lnTo>
                  <a:lnTo>
                    <a:pt x="13300" y="25454"/>
                  </a:lnTo>
                  <a:lnTo>
                    <a:pt x="13468" y="25050"/>
                  </a:lnTo>
                  <a:close/>
                  <a:moveTo>
                    <a:pt x="13266" y="25521"/>
                  </a:moveTo>
                  <a:lnTo>
                    <a:pt x="13333" y="25892"/>
                  </a:lnTo>
                  <a:lnTo>
                    <a:pt x="13401" y="26262"/>
                  </a:lnTo>
                  <a:lnTo>
                    <a:pt x="13468" y="26430"/>
                  </a:lnTo>
                  <a:lnTo>
                    <a:pt x="13535" y="26599"/>
                  </a:lnTo>
                  <a:lnTo>
                    <a:pt x="13603" y="26767"/>
                  </a:lnTo>
                  <a:lnTo>
                    <a:pt x="13737" y="26902"/>
                  </a:lnTo>
                  <a:lnTo>
                    <a:pt x="13603" y="27238"/>
                  </a:lnTo>
                  <a:lnTo>
                    <a:pt x="13367" y="26834"/>
                  </a:lnTo>
                  <a:lnTo>
                    <a:pt x="13199" y="26498"/>
                  </a:lnTo>
                  <a:lnTo>
                    <a:pt x="12997" y="26195"/>
                  </a:lnTo>
                  <a:lnTo>
                    <a:pt x="13266" y="25521"/>
                  </a:lnTo>
                  <a:close/>
                  <a:moveTo>
                    <a:pt x="270" y="23400"/>
                  </a:moveTo>
                  <a:lnTo>
                    <a:pt x="405" y="23569"/>
                  </a:lnTo>
                  <a:lnTo>
                    <a:pt x="573" y="23703"/>
                  </a:lnTo>
                  <a:lnTo>
                    <a:pt x="741" y="23838"/>
                  </a:lnTo>
                  <a:lnTo>
                    <a:pt x="977" y="23939"/>
                  </a:lnTo>
                  <a:lnTo>
                    <a:pt x="1381" y="24141"/>
                  </a:lnTo>
                  <a:lnTo>
                    <a:pt x="1785" y="24276"/>
                  </a:lnTo>
                  <a:lnTo>
                    <a:pt x="3469" y="24949"/>
                  </a:lnTo>
                  <a:lnTo>
                    <a:pt x="4310" y="25286"/>
                  </a:lnTo>
                  <a:lnTo>
                    <a:pt x="5152" y="25589"/>
                  </a:lnTo>
                  <a:lnTo>
                    <a:pt x="6936" y="26262"/>
                  </a:lnTo>
                  <a:lnTo>
                    <a:pt x="8721" y="26969"/>
                  </a:lnTo>
                  <a:lnTo>
                    <a:pt x="9529" y="27339"/>
                  </a:lnTo>
                  <a:lnTo>
                    <a:pt x="9529" y="27339"/>
                  </a:lnTo>
                  <a:lnTo>
                    <a:pt x="7273" y="26531"/>
                  </a:lnTo>
                  <a:lnTo>
                    <a:pt x="5455" y="25892"/>
                  </a:lnTo>
                  <a:lnTo>
                    <a:pt x="4546" y="25555"/>
                  </a:lnTo>
                  <a:lnTo>
                    <a:pt x="3637" y="25218"/>
                  </a:lnTo>
                  <a:lnTo>
                    <a:pt x="3536" y="25185"/>
                  </a:lnTo>
                  <a:lnTo>
                    <a:pt x="2896" y="24915"/>
                  </a:lnTo>
                  <a:lnTo>
                    <a:pt x="2223" y="24612"/>
                  </a:lnTo>
                  <a:lnTo>
                    <a:pt x="1583" y="24276"/>
                  </a:lnTo>
                  <a:lnTo>
                    <a:pt x="910" y="23973"/>
                  </a:lnTo>
                  <a:lnTo>
                    <a:pt x="304" y="23602"/>
                  </a:lnTo>
                  <a:lnTo>
                    <a:pt x="236" y="23434"/>
                  </a:lnTo>
                  <a:lnTo>
                    <a:pt x="270" y="23400"/>
                  </a:lnTo>
                  <a:close/>
                  <a:moveTo>
                    <a:pt x="3940" y="14546"/>
                  </a:moveTo>
                  <a:lnTo>
                    <a:pt x="4041" y="14680"/>
                  </a:lnTo>
                  <a:lnTo>
                    <a:pt x="4512" y="14882"/>
                  </a:lnTo>
                  <a:lnTo>
                    <a:pt x="6431" y="15690"/>
                  </a:lnTo>
                  <a:lnTo>
                    <a:pt x="7879" y="16296"/>
                  </a:lnTo>
                  <a:lnTo>
                    <a:pt x="9360" y="16902"/>
                  </a:lnTo>
                  <a:lnTo>
                    <a:pt x="10135" y="17273"/>
                  </a:lnTo>
                  <a:lnTo>
                    <a:pt x="10909" y="17609"/>
                  </a:lnTo>
                  <a:lnTo>
                    <a:pt x="12458" y="18350"/>
                  </a:lnTo>
                  <a:lnTo>
                    <a:pt x="13199" y="18653"/>
                  </a:lnTo>
                  <a:lnTo>
                    <a:pt x="13939" y="18922"/>
                  </a:lnTo>
                  <a:lnTo>
                    <a:pt x="14680" y="19225"/>
                  </a:lnTo>
                  <a:lnTo>
                    <a:pt x="15050" y="19394"/>
                  </a:lnTo>
                  <a:lnTo>
                    <a:pt x="15387" y="19562"/>
                  </a:lnTo>
                  <a:lnTo>
                    <a:pt x="14781" y="21043"/>
                  </a:lnTo>
                  <a:lnTo>
                    <a:pt x="14478" y="21750"/>
                  </a:lnTo>
                  <a:lnTo>
                    <a:pt x="14175" y="22525"/>
                  </a:lnTo>
                  <a:lnTo>
                    <a:pt x="13603" y="24040"/>
                  </a:lnTo>
                  <a:lnTo>
                    <a:pt x="12963" y="25589"/>
                  </a:lnTo>
                  <a:lnTo>
                    <a:pt x="12727" y="26195"/>
                  </a:lnTo>
                  <a:lnTo>
                    <a:pt x="12492" y="26834"/>
                  </a:lnTo>
                  <a:lnTo>
                    <a:pt x="12357" y="27137"/>
                  </a:lnTo>
                  <a:lnTo>
                    <a:pt x="12189" y="27407"/>
                  </a:lnTo>
                  <a:lnTo>
                    <a:pt x="12020" y="27710"/>
                  </a:lnTo>
                  <a:lnTo>
                    <a:pt x="11818" y="27945"/>
                  </a:lnTo>
                  <a:lnTo>
                    <a:pt x="11212" y="27777"/>
                  </a:lnTo>
                  <a:lnTo>
                    <a:pt x="10640" y="27508"/>
                  </a:lnTo>
                  <a:lnTo>
                    <a:pt x="9495" y="27003"/>
                  </a:lnTo>
                  <a:lnTo>
                    <a:pt x="7845" y="26329"/>
                  </a:lnTo>
                  <a:lnTo>
                    <a:pt x="6196" y="25690"/>
                  </a:lnTo>
                  <a:lnTo>
                    <a:pt x="2829" y="24410"/>
                  </a:lnTo>
                  <a:lnTo>
                    <a:pt x="2189" y="24175"/>
                  </a:lnTo>
                  <a:lnTo>
                    <a:pt x="1550" y="23939"/>
                  </a:lnTo>
                  <a:lnTo>
                    <a:pt x="943" y="23636"/>
                  </a:lnTo>
                  <a:lnTo>
                    <a:pt x="640" y="23468"/>
                  </a:lnTo>
                  <a:lnTo>
                    <a:pt x="371" y="23266"/>
                  </a:lnTo>
                  <a:lnTo>
                    <a:pt x="371" y="23232"/>
                  </a:lnTo>
                  <a:lnTo>
                    <a:pt x="371" y="23198"/>
                  </a:lnTo>
                  <a:lnTo>
                    <a:pt x="405" y="23131"/>
                  </a:lnTo>
                  <a:lnTo>
                    <a:pt x="405" y="23064"/>
                  </a:lnTo>
                  <a:lnTo>
                    <a:pt x="472" y="22895"/>
                  </a:lnTo>
                  <a:lnTo>
                    <a:pt x="708" y="22155"/>
                  </a:lnTo>
                  <a:lnTo>
                    <a:pt x="1583" y="19932"/>
                  </a:lnTo>
                  <a:lnTo>
                    <a:pt x="2661" y="17239"/>
                  </a:lnTo>
                  <a:lnTo>
                    <a:pt x="3805" y="14579"/>
                  </a:lnTo>
                  <a:lnTo>
                    <a:pt x="3873" y="14579"/>
                  </a:lnTo>
                  <a:lnTo>
                    <a:pt x="3906" y="14546"/>
                  </a:lnTo>
                  <a:close/>
                  <a:moveTo>
                    <a:pt x="12963" y="26296"/>
                  </a:moveTo>
                  <a:lnTo>
                    <a:pt x="13199" y="26834"/>
                  </a:lnTo>
                  <a:lnTo>
                    <a:pt x="13333" y="27137"/>
                  </a:lnTo>
                  <a:lnTo>
                    <a:pt x="13502" y="27440"/>
                  </a:lnTo>
                  <a:lnTo>
                    <a:pt x="13266" y="27912"/>
                  </a:lnTo>
                  <a:lnTo>
                    <a:pt x="13232" y="27945"/>
                  </a:lnTo>
                  <a:lnTo>
                    <a:pt x="13165" y="27710"/>
                  </a:lnTo>
                  <a:lnTo>
                    <a:pt x="13098" y="27508"/>
                  </a:lnTo>
                  <a:lnTo>
                    <a:pt x="12963" y="27104"/>
                  </a:lnTo>
                  <a:lnTo>
                    <a:pt x="12795" y="26700"/>
                  </a:lnTo>
                  <a:lnTo>
                    <a:pt x="12929" y="26397"/>
                  </a:lnTo>
                  <a:lnTo>
                    <a:pt x="12963" y="26296"/>
                  </a:lnTo>
                  <a:close/>
                  <a:moveTo>
                    <a:pt x="12391" y="27609"/>
                  </a:moveTo>
                  <a:lnTo>
                    <a:pt x="12424" y="27777"/>
                  </a:lnTo>
                  <a:lnTo>
                    <a:pt x="12492" y="27912"/>
                  </a:lnTo>
                  <a:lnTo>
                    <a:pt x="12626" y="28248"/>
                  </a:lnTo>
                  <a:lnTo>
                    <a:pt x="12626" y="28248"/>
                  </a:lnTo>
                  <a:lnTo>
                    <a:pt x="12020" y="28080"/>
                  </a:lnTo>
                  <a:lnTo>
                    <a:pt x="12222" y="27844"/>
                  </a:lnTo>
                  <a:lnTo>
                    <a:pt x="12391" y="27609"/>
                  </a:lnTo>
                  <a:close/>
                  <a:moveTo>
                    <a:pt x="12727" y="26902"/>
                  </a:moveTo>
                  <a:lnTo>
                    <a:pt x="12862" y="27440"/>
                  </a:lnTo>
                  <a:lnTo>
                    <a:pt x="12963" y="27811"/>
                  </a:lnTo>
                  <a:lnTo>
                    <a:pt x="13030" y="28013"/>
                  </a:lnTo>
                  <a:lnTo>
                    <a:pt x="13131" y="28147"/>
                  </a:lnTo>
                  <a:lnTo>
                    <a:pt x="13030" y="28349"/>
                  </a:lnTo>
                  <a:lnTo>
                    <a:pt x="12997" y="28349"/>
                  </a:lnTo>
                  <a:lnTo>
                    <a:pt x="12997" y="28248"/>
                  </a:lnTo>
                  <a:lnTo>
                    <a:pt x="12963" y="28215"/>
                  </a:lnTo>
                  <a:lnTo>
                    <a:pt x="12929" y="28215"/>
                  </a:lnTo>
                  <a:lnTo>
                    <a:pt x="12896" y="28248"/>
                  </a:lnTo>
                  <a:lnTo>
                    <a:pt x="12660" y="27777"/>
                  </a:lnTo>
                  <a:lnTo>
                    <a:pt x="12593" y="27575"/>
                  </a:lnTo>
                  <a:lnTo>
                    <a:pt x="12525" y="27339"/>
                  </a:lnTo>
                  <a:lnTo>
                    <a:pt x="12727" y="26902"/>
                  </a:lnTo>
                  <a:close/>
                  <a:moveTo>
                    <a:pt x="19764" y="18788"/>
                  </a:moveTo>
                  <a:lnTo>
                    <a:pt x="19360" y="19697"/>
                  </a:lnTo>
                  <a:lnTo>
                    <a:pt x="19023" y="20606"/>
                  </a:lnTo>
                  <a:lnTo>
                    <a:pt x="18687" y="21548"/>
                  </a:lnTo>
                  <a:lnTo>
                    <a:pt x="18316" y="22491"/>
                  </a:lnTo>
                  <a:lnTo>
                    <a:pt x="17878" y="23468"/>
                  </a:lnTo>
                  <a:lnTo>
                    <a:pt x="17441" y="24410"/>
                  </a:lnTo>
                  <a:lnTo>
                    <a:pt x="16969" y="25387"/>
                  </a:lnTo>
                  <a:lnTo>
                    <a:pt x="16532" y="26329"/>
                  </a:lnTo>
                  <a:lnTo>
                    <a:pt x="16296" y="26834"/>
                  </a:lnTo>
                  <a:lnTo>
                    <a:pt x="16094" y="27373"/>
                  </a:lnTo>
                  <a:lnTo>
                    <a:pt x="15892" y="27878"/>
                  </a:lnTo>
                  <a:lnTo>
                    <a:pt x="15623" y="28383"/>
                  </a:lnTo>
                  <a:lnTo>
                    <a:pt x="15724" y="28147"/>
                  </a:lnTo>
                  <a:lnTo>
                    <a:pt x="16767" y="25723"/>
                  </a:lnTo>
                  <a:lnTo>
                    <a:pt x="17811" y="23333"/>
                  </a:lnTo>
                  <a:lnTo>
                    <a:pt x="18249" y="22188"/>
                  </a:lnTo>
                  <a:lnTo>
                    <a:pt x="18653" y="21043"/>
                  </a:lnTo>
                  <a:lnTo>
                    <a:pt x="18889" y="20437"/>
                  </a:lnTo>
                  <a:lnTo>
                    <a:pt x="19158" y="19899"/>
                  </a:lnTo>
                  <a:lnTo>
                    <a:pt x="19764" y="18788"/>
                  </a:lnTo>
                  <a:close/>
                  <a:moveTo>
                    <a:pt x="5489" y="26060"/>
                  </a:moveTo>
                  <a:lnTo>
                    <a:pt x="6532" y="26430"/>
                  </a:lnTo>
                  <a:lnTo>
                    <a:pt x="8451" y="27070"/>
                  </a:lnTo>
                  <a:lnTo>
                    <a:pt x="10371" y="27743"/>
                  </a:lnTo>
                  <a:lnTo>
                    <a:pt x="11145" y="28013"/>
                  </a:lnTo>
                  <a:lnTo>
                    <a:pt x="11650" y="28181"/>
                  </a:lnTo>
                  <a:lnTo>
                    <a:pt x="11616" y="28215"/>
                  </a:lnTo>
                  <a:lnTo>
                    <a:pt x="11549" y="28349"/>
                  </a:lnTo>
                  <a:lnTo>
                    <a:pt x="11515" y="28450"/>
                  </a:lnTo>
                  <a:lnTo>
                    <a:pt x="11111" y="28282"/>
                  </a:lnTo>
                  <a:lnTo>
                    <a:pt x="9327" y="27541"/>
                  </a:lnTo>
                  <a:lnTo>
                    <a:pt x="7509" y="26868"/>
                  </a:lnTo>
                  <a:lnTo>
                    <a:pt x="6499" y="26464"/>
                  </a:lnTo>
                  <a:lnTo>
                    <a:pt x="5489" y="26060"/>
                  </a:lnTo>
                  <a:close/>
                  <a:moveTo>
                    <a:pt x="12323" y="28316"/>
                  </a:moveTo>
                  <a:lnTo>
                    <a:pt x="12761" y="28450"/>
                  </a:lnTo>
                  <a:lnTo>
                    <a:pt x="12525" y="28417"/>
                  </a:lnTo>
                  <a:lnTo>
                    <a:pt x="12323" y="28316"/>
                  </a:lnTo>
                  <a:close/>
                  <a:moveTo>
                    <a:pt x="371" y="23905"/>
                  </a:moveTo>
                  <a:lnTo>
                    <a:pt x="741" y="24141"/>
                  </a:lnTo>
                  <a:lnTo>
                    <a:pt x="1145" y="24377"/>
                  </a:lnTo>
                  <a:lnTo>
                    <a:pt x="1550" y="24579"/>
                  </a:lnTo>
                  <a:lnTo>
                    <a:pt x="1987" y="24747"/>
                  </a:lnTo>
                  <a:lnTo>
                    <a:pt x="2829" y="25084"/>
                  </a:lnTo>
                  <a:lnTo>
                    <a:pt x="3704" y="25420"/>
                  </a:lnTo>
                  <a:lnTo>
                    <a:pt x="5691" y="26296"/>
                  </a:lnTo>
                  <a:lnTo>
                    <a:pt x="6701" y="26733"/>
                  </a:lnTo>
                  <a:lnTo>
                    <a:pt x="7711" y="27137"/>
                  </a:lnTo>
                  <a:lnTo>
                    <a:pt x="9630" y="27878"/>
                  </a:lnTo>
                  <a:lnTo>
                    <a:pt x="11515" y="28652"/>
                  </a:lnTo>
                  <a:lnTo>
                    <a:pt x="11515" y="28753"/>
                  </a:lnTo>
                  <a:lnTo>
                    <a:pt x="11381" y="28720"/>
                  </a:lnTo>
                  <a:lnTo>
                    <a:pt x="10640" y="28383"/>
                  </a:lnTo>
                  <a:lnTo>
                    <a:pt x="9866" y="28080"/>
                  </a:lnTo>
                  <a:lnTo>
                    <a:pt x="8317" y="27474"/>
                  </a:lnTo>
                  <a:lnTo>
                    <a:pt x="7340" y="27070"/>
                  </a:lnTo>
                  <a:lnTo>
                    <a:pt x="6364" y="26666"/>
                  </a:lnTo>
                  <a:lnTo>
                    <a:pt x="4411" y="25791"/>
                  </a:lnTo>
                  <a:lnTo>
                    <a:pt x="2459" y="24949"/>
                  </a:lnTo>
                  <a:lnTo>
                    <a:pt x="1482" y="24579"/>
                  </a:lnTo>
                  <a:lnTo>
                    <a:pt x="506" y="24208"/>
                  </a:lnTo>
                  <a:lnTo>
                    <a:pt x="506" y="24175"/>
                  </a:lnTo>
                  <a:lnTo>
                    <a:pt x="472" y="24141"/>
                  </a:lnTo>
                  <a:lnTo>
                    <a:pt x="371" y="23905"/>
                  </a:lnTo>
                  <a:close/>
                  <a:moveTo>
                    <a:pt x="11852" y="28349"/>
                  </a:moveTo>
                  <a:lnTo>
                    <a:pt x="11919" y="28417"/>
                  </a:lnTo>
                  <a:lnTo>
                    <a:pt x="12020" y="28484"/>
                  </a:lnTo>
                  <a:lnTo>
                    <a:pt x="12256" y="28585"/>
                  </a:lnTo>
                  <a:lnTo>
                    <a:pt x="12525" y="28686"/>
                  </a:lnTo>
                  <a:lnTo>
                    <a:pt x="12795" y="28753"/>
                  </a:lnTo>
                  <a:lnTo>
                    <a:pt x="12727" y="28888"/>
                  </a:lnTo>
                  <a:lnTo>
                    <a:pt x="12256" y="28753"/>
                  </a:lnTo>
                  <a:lnTo>
                    <a:pt x="11785" y="28551"/>
                  </a:lnTo>
                  <a:lnTo>
                    <a:pt x="11785" y="28349"/>
                  </a:lnTo>
                  <a:close/>
                  <a:moveTo>
                    <a:pt x="13064" y="28753"/>
                  </a:moveTo>
                  <a:lnTo>
                    <a:pt x="13098" y="28821"/>
                  </a:lnTo>
                  <a:lnTo>
                    <a:pt x="13165" y="28854"/>
                  </a:lnTo>
                  <a:lnTo>
                    <a:pt x="13401" y="28888"/>
                  </a:lnTo>
                  <a:lnTo>
                    <a:pt x="13636" y="28922"/>
                  </a:lnTo>
                  <a:lnTo>
                    <a:pt x="14074" y="29023"/>
                  </a:lnTo>
                  <a:lnTo>
                    <a:pt x="13805" y="29056"/>
                  </a:lnTo>
                  <a:lnTo>
                    <a:pt x="13502" y="29023"/>
                  </a:lnTo>
                  <a:lnTo>
                    <a:pt x="13232" y="28989"/>
                  </a:lnTo>
                  <a:lnTo>
                    <a:pt x="12929" y="28955"/>
                  </a:lnTo>
                  <a:lnTo>
                    <a:pt x="12963" y="28753"/>
                  </a:lnTo>
                  <a:close/>
                  <a:moveTo>
                    <a:pt x="11751" y="28753"/>
                  </a:moveTo>
                  <a:lnTo>
                    <a:pt x="11852" y="28787"/>
                  </a:lnTo>
                  <a:lnTo>
                    <a:pt x="12290" y="28955"/>
                  </a:lnTo>
                  <a:lnTo>
                    <a:pt x="12727" y="29090"/>
                  </a:lnTo>
                  <a:lnTo>
                    <a:pt x="12761" y="29292"/>
                  </a:lnTo>
                  <a:lnTo>
                    <a:pt x="12256" y="29090"/>
                  </a:lnTo>
                  <a:lnTo>
                    <a:pt x="11751" y="28888"/>
                  </a:lnTo>
                  <a:lnTo>
                    <a:pt x="11751" y="28753"/>
                  </a:lnTo>
                  <a:close/>
                  <a:moveTo>
                    <a:pt x="15084" y="28989"/>
                  </a:moveTo>
                  <a:lnTo>
                    <a:pt x="14916" y="29124"/>
                  </a:lnTo>
                  <a:lnTo>
                    <a:pt x="14714" y="29258"/>
                  </a:lnTo>
                  <a:lnTo>
                    <a:pt x="14512" y="29359"/>
                  </a:lnTo>
                  <a:lnTo>
                    <a:pt x="14310" y="29427"/>
                  </a:lnTo>
                  <a:lnTo>
                    <a:pt x="14074" y="29460"/>
                  </a:lnTo>
                  <a:lnTo>
                    <a:pt x="13872" y="29460"/>
                  </a:lnTo>
                  <a:lnTo>
                    <a:pt x="13401" y="29427"/>
                  </a:lnTo>
                  <a:lnTo>
                    <a:pt x="12963" y="29326"/>
                  </a:lnTo>
                  <a:lnTo>
                    <a:pt x="12997" y="29292"/>
                  </a:lnTo>
                  <a:lnTo>
                    <a:pt x="12963" y="29225"/>
                  </a:lnTo>
                  <a:lnTo>
                    <a:pt x="12963" y="29157"/>
                  </a:lnTo>
                  <a:lnTo>
                    <a:pt x="13502" y="29225"/>
                  </a:lnTo>
                  <a:lnTo>
                    <a:pt x="14276" y="29225"/>
                  </a:lnTo>
                  <a:lnTo>
                    <a:pt x="14545" y="29157"/>
                  </a:lnTo>
                  <a:lnTo>
                    <a:pt x="14815" y="29090"/>
                  </a:lnTo>
                  <a:lnTo>
                    <a:pt x="15084" y="28989"/>
                  </a:lnTo>
                  <a:close/>
                  <a:moveTo>
                    <a:pt x="9765" y="1"/>
                  </a:moveTo>
                  <a:lnTo>
                    <a:pt x="9731" y="35"/>
                  </a:lnTo>
                  <a:lnTo>
                    <a:pt x="9529" y="775"/>
                  </a:lnTo>
                  <a:lnTo>
                    <a:pt x="9327" y="1482"/>
                  </a:lnTo>
                  <a:lnTo>
                    <a:pt x="9057" y="2189"/>
                  </a:lnTo>
                  <a:lnTo>
                    <a:pt x="8788" y="2863"/>
                  </a:lnTo>
                  <a:lnTo>
                    <a:pt x="8216" y="4243"/>
                  </a:lnTo>
                  <a:lnTo>
                    <a:pt x="7576" y="5590"/>
                  </a:lnTo>
                  <a:lnTo>
                    <a:pt x="6398" y="8250"/>
                  </a:lnTo>
                  <a:lnTo>
                    <a:pt x="5825" y="9563"/>
                  </a:lnTo>
                  <a:lnTo>
                    <a:pt x="5186" y="10876"/>
                  </a:lnTo>
                  <a:lnTo>
                    <a:pt x="4714" y="11818"/>
                  </a:lnTo>
                  <a:lnTo>
                    <a:pt x="4277" y="12795"/>
                  </a:lnTo>
                  <a:lnTo>
                    <a:pt x="3469" y="14781"/>
                  </a:lnTo>
                  <a:lnTo>
                    <a:pt x="2257" y="17576"/>
                  </a:lnTo>
                  <a:lnTo>
                    <a:pt x="1078" y="20437"/>
                  </a:lnTo>
                  <a:lnTo>
                    <a:pt x="674" y="21481"/>
                  </a:lnTo>
                  <a:lnTo>
                    <a:pt x="270" y="22525"/>
                  </a:lnTo>
                  <a:lnTo>
                    <a:pt x="169" y="22828"/>
                  </a:lnTo>
                  <a:lnTo>
                    <a:pt x="102" y="23030"/>
                  </a:lnTo>
                  <a:lnTo>
                    <a:pt x="68" y="23198"/>
                  </a:lnTo>
                  <a:lnTo>
                    <a:pt x="34" y="23232"/>
                  </a:lnTo>
                  <a:lnTo>
                    <a:pt x="1" y="23299"/>
                  </a:lnTo>
                  <a:lnTo>
                    <a:pt x="102" y="23535"/>
                  </a:lnTo>
                  <a:lnTo>
                    <a:pt x="135" y="23771"/>
                  </a:lnTo>
                  <a:lnTo>
                    <a:pt x="203" y="24006"/>
                  </a:lnTo>
                  <a:lnTo>
                    <a:pt x="304" y="24242"/>
                  </a:lnTo>
                  <a:lnTo>
                    <a:pt x="337" y="24276"/>
                  </a:lnTo>
                  <a:lnTo>
                    <a:pt x="405" y="24276"/>
                  </a:lnTo>
                  <a:lnTo>
                    <a:pt x="2459" y="25252"/>
                  </a:lnTo>
                  <a:lnTo>
                    <a:pt x="4512" y="26161"/>
                  </a:lnTo>
                  <a:lnTo>
                    <a:pt x="6633" y="27036"/>
                  </a:lnTo>
                  <a:lnTo>
                    <a:pt x="8721" y="27878"/>
                  </a:lnTo>
                  <a:lnTo>
                    <a:pt x="10135" y="28450"/>
                  </a:lnTo>
                  <a:lnTo>
                    <a:pt x="11549" y="29056"/>
                  </a:lnTo>
                  <a:lnTo>
                    <a:pt x="11583" y="29090"/>
                  </a:lnTo>
                  <a:lnTo>
                    <a:pt x="11650" y="29090"/>
                  </a:lnTo>
                  <a:lnTo>
                    <a:pt x="12020" y="29258"/>
                  </a:lnTo>
                  <a:lnTo>
                    <a:pt x="12694" y="29494"/>
                  </a:lnTo>
                  <a:lnTo>
                    <a:pt x="13064" y="29595"/>
                  </a:lnTo>
                  <a:lnTo>
                    <a:pt x="13401" y="29662"/>
                  </a:lnTo>
                  <a:lnTo>
                    <a:pt x="14141" y="29662"/>
                  </a:lnTo>
                  <a:lnTo>
                    <a:pt x="14478" y="29595"/>
                  </a:lnTo>
                  <a:lnTo>
                    <a:pt x="14848" y="29460"/>
                  </a:lnTo>
                  <a:lnTo>
                    <a:pt x="15151" y="29292"/>
                  </a:lnTo>
                  <a:lnTo>
                    <a:pt x="15421" y="29090"/>
                  </a:lnTo>
                  <a:lnTo>
                    <a:pt x="15656" y="28821"/>
                  </a:lnTo>
                  <a:lnTo>
                    <a:pt x="15825" y="28518"/>
                  </a:lnTo>
                  <a:lnTo>
                    <a:pt x="15993" y="28181"/>
                  </a:lnTo>
                  <a:lnTo>
                    <a:pt x="16161" y="27844"/>
                  </a:lnTo>
                  <a:lnTo>
                    <a:pt x="16431" y="27205"/>
                  </a:lnTo>
                  <a:lnTo>
                    <a:pt x="16868" y="26127"/>
                  </a:lnTo>
                  <a:lnTo>
                    <a:pt x="17373" y="25117"/>
                  </a:lnTo>
                  <a:lnTo>
                    <a:pt x="17878" y="24074"/>
                  </a:lnTo>
                  <a:lnTo>
                    <a:pt x="18350" y="23030"/>
                  </a:lnTo>
                  <a:lnTo>
                    <a:pt x="18788" y="21952"/>
                  </a:lnTo>
                  <a:lnTo>
                    <a:pt x="19192" y="20841"/>
                  </a:lnTo>
                  <a:lnTo>
                    <a:pt x="19596" y="19730"/>
                  </a:lnTo>
                  <a:lnTo>
                    <a:pt x="20067" y="18653"/>
                  </a:lnTo>
                  <a:lnTo>
                    <a:pt x="20437" y="17946"/>
                  </a:lnTo>
                  <a:lnTo>
                    <a:pt x="20841" y="17273"/>
                  </a:lnTo>
                  <a:lnTo>
                    <a:pt x="20841" y="16902"/>
                  </a:lnTo>
                  <a:lnTo>
                    <a:pt x="20505" y="17407"/>
                  </a:lnTo>
                  <a:lnTo>
                    <a:pt x="20202" y="17879"/>
                  </a:lnTo>
                  <a:lnTo>
                    <a:pt x="20505" y="17172"/>
                  </a:lnTo>
                  <a:lnTo>
                    <a:pt x="20673" y="16835"/>
                  </a:lnTo>
                  <a:lnTo>
                    <a:pt x="20841" y="16498"/>
                  </a:lnTo>
                  <a:lnTo>
                    <a:pt x="20841" y="15960"/>
                  </a:lnTo>
                  <a:lnTo>
                    <a:pt x="20639" y="16296"/>
                  </a:lnTo>
                  <a:lnTo>
                    <a:pt x="20370" y="16768"/>
                  </a:lnTo>
                  <a:lnTo>
                    <a:pt x="20168" y="17273"/>
                  </a:lnTo>
                  <a:lnTo>
                    <a:pt x="19966" y="17744"/>
                  </a:lnTo>
                  <a:lnTo>
                    <a:pt x="19730" y="18249"/>
                  </a:lnTo>
                  <a:lnTo>
                    <a:pt x="19192" y="19259"/>
                  </a:lnTo>
                  <a:lnTo>
                    <a:pt x="18922" y="19764"/>
                  </a:lnTo>
                  <a:lnTo>
                    <a:pt x="18653" y="20303"/>
                  </a:lnTo>
                  <a:lnTo>
                    <a:pt x="18451" y="20841"/>
                  </a:lnTo>
                  <a:lnTo>
                    <a:pt x="18249" y="21414"/>
                  </a:lnTo>
                  <a:lnTo>
                    <a:pt x="18047" y="21986"/>
                  </a:lnTo>
                  <a:lnTo>
                    <a:pt x="17845" y="22559"/>
                  </a:lnTo>
                  <a:lnTo>
                    <a:pt x="17373" y="23670"/>
                  </a:lnTo>
                  <a:lnTo>
                    <a:pt x="16868" y="24781"/>
                  </a:lnTo>
                  <a:lnTo>
                    <a:pt x="16363" y="25892"/>
                  </a:lnTo>
                  <a:lnTo>
                    <a:pt x="15858" y="27003"/>
                  </a:lnTo>
                  <a:lnTo>
                    <a:pt x="15555" y="27844"/>
                  </a:lnTo>
                  <a:lnTo>
                    <a:pt x="15353" y="28248"/>
                  </a:lnTo>
                  <a:lnTo>
                    <a:pt x="15252" y="28417"/>
                  </a:lnTo>
                  <a:lnTo>
                    <a:pt x="15084" y="28585"/>
                  </a:lnTo>
                  <a:lnTo>
                    <a:pt x="14983" y="28686"/>
                  </a:lnTo>
                  <a:lnTo>
                    <a:pt x="14848" y="28753"/>
                  </a:lnTo>
                  <a:lnTo>
                    <a:pt x="14747" y="28787"/>
                  </a:lnTo>
                  <a:lnTo>
                    <a:pt x="14613" y="28821"/>
                  </a:lnTo>
                  <a:lnTo>
                    <a:pt x="14343" y="28821"/>
                  </a:lnTo>
                  <a:lnTo>
                    <a:pt x="14040" y="28753"/>
                  </a:lnTo>
                  <a:lnTo>
                    <a:pt x="13636" y="28585"/>
                  </a:lnTo>
                  <a:lnTo>
                    <a:pt x="13232" y="28417"/>
                  </a:lnTo>
                  <a:lnTo>
                    <a:pt x="13670" y="27575"/>
                  </a:lnTo>
                  <a:lnTo>
                    <a:pt x="13704" y="27541"/>
                  </a:lnTo>
                  <a:lnTo>
                    <a:pt x="13906" y="27137"/>
                  </a:lnTo>
                  <a:lnTo>
                    <a:pt x="14141" y="26666"/>
                  </a:lnTo>
                  <a:lnTo>
                    <a:pt x="14343" y="26161"/>
                  </a:lnTo>
                  <a:lnTo>
                    <a:pt x="14680" y="25117"/>
                  </a:lnTo>
                  <a:lnTo>
                    <a:pt x="14747" y="25117"/>
                  </a:lnTo>
                  <a:lnTo>
                    <a:pt x="14781" y="25050"/>
                  </a:lnTo>
                  <a:lnTo>
                    <a:pt x="14781" y="25016"/>
                  </a:lnTo>
                  <a:lnTo>
                    <a:pt x="14781" y="24983"/>
                  </a:lnTo>
                  <a:lnTo>
                    <a:pt x="14747" y="24949"/>
                  </a:lnTo>
                  <a:lnTo>
                    <a:pt x="14848" y="24646"/>
                  </a:lnTo>
                  <a:lnTo>
                    <a:pt x="14882" y="24545"/>
                  </a:lnTo>
                  <a:lnTo>
                    <a:pt x="14916" y="24545"/>
                  </a:lnTo>
                  <a:lnTo>
                    <a:pt x="14983" y="24579"/>
                  </a:lnTo>
                  <a:lnTo>
                    <a:pt x="15017" y="24545"/>
                  </a:lnTo>
                  <a:lnTo>
                    <a:pt x="15050" y="24511"/>
                  </a:lnTo>
                  <a:lnTo>
                    <a:pt x="15050" y="24478"/>
                  </a:lnTo>
                  <a:lnTo>
                    <a:pt x="14949" y="24309"/>
                  </a:lnTo>
                  <a:lnTo>
                    <a:pt x="15151" y="23771"/>
                  </a:lnTo>
                  <a:lnTo>
                    <a:pt x="15219" y="23737"/>
                  </a:lnTo>
                  <a:lnTo>
                    <a:pt x="15252" y="23703"/>
                  </a:lnTo>
                  <a:lnTo>
                    <a:pt x="15252" y="23636"/>
                  </a:lnTo>
                  <a:lnTo>
                    <a:pt x="15219" y="23602"/>
                  </a:lnTo>
                  <a:lnTo>
                    <a:pt x="15353" y="23232"/>
                  </a:lnTo>
                  <a:lnTo>
                    <a:pt x="15421" y="23232"/>
                  </a:lnTo>
                  <a:lnTo>
                    <a:pt x="15488" y="23198"/>
                  </a:lnTo>
                  <a:lnTo>
                    <a:pt x="15488" y="23165"/>
                  </a:lnTo>
                  <a:lnTo>
                    <a:pt x="15488" y="23097"/>
                  </a:lnTo>
                  <a:lnTo>
                    <a:pt x="15454" y="22996"/>
                  </a:lnTo>
                  <a:lnTo>
                    <a:pt x="15858" y="21952"/>
                  </a:lnTo>
                  <a:lnTo>
                    <a:pt x="15892" y="21986"/>
                  </a:lnTo>
                  <a:lnTo>
                    <a:pt x="15993" y="21986"/>
                  </a:lnTo>
                  <a:lnTo>
                    <a:pt x="16027" y="21952"/>
                  </a:lnTo>
                  <a:lnTo>
                    <a:pt x="16027" y="21919"/>
                  </a:lnTo>
                  <a:lnTo>
                    <a:pt x="15959" y="21717"/>
                  </a:lnTo>
                  <a:lnTo>
                    <a:pt x="16161" y="21313"/>
                  </a:lnTo>
                  <a:lnTo>
                    <a:pt x="16195" y="21245"/>
                  </a:lnTo>
                  <a:lnTo>
                    <a:pt x="16397" y="20808"/>
                  </a:lnTo>
                  <a:lnTo>
                    <a:pt x="16431" y="20808"/>
                  </a:lnTo>
                  <a:lnTo>
                    <a:pt x="16498" y="20774"/>
                  </a:lnTo>
                  <a:lnTo>
                    <a:pt x="16532" y="20774"/>
                  </a:lnTo>
                  <a:lnTo>
                    <a:pt x="16532" y="20707"/>
                  </a:lnTo>
                  <a:lnTo>
                    <a:pt x="16498" y="20572"/>
                  </a:lnTo>
                  <a:lnTo>
                    <a:pt x="16666" y="20202"/>
                  </a:lnTo>
                  <a:lnTo>
                    <a:pt x="16700" y="20202"/>
                  </a:lnTo>
                  <a:lnTo>
                    <a:pt x="16734" y="20168"/>
                  </a:lnTo>
                  <a:lnTo>
                    <a:pt x="16868" y="20235"/>
                  </a:lnTo>
                  <a:lnTo>
                    <a:pt x="17037" y="20269"/>
                  </a:lnTo>
                  <a:lnTo>
                    <a:pt x="17306" y="20370"/>
                  </a:lnTo>
                  <a:lnTo>
                    <a:pt x="17575" y="20471"/>
                  </a:lnTo>
                  <a:lnTo>
                    <a:pt x="17946" y="20673"/>
                  </a:lnTo>
                  <a:lnTo>
                    <a:pt x="18114" y="20774"/>
                  </a:lnTo>
                  <a:lnTo>
                    <a:pt x="18316" y="20808"/>
                  </a:lnTo>
                  <a:lnTo>
                    <a:pt x="18350" y="20808"/>
                  </a:lnTo>
                  <a:lnTo>
                    <a:pt x="18384" y="20774"/>
                  </a:lnTo>
                  <a:lnTo>
                    <a:pt x="18417" y="20707"/>
                  </a:lnTo>
                  <a:lnTo>
                    <a:pt x="18417" y="20673"/>
                  </a:lnTo>
                  <a:lnTo>
                    <a:pt x="18384" y="20572"/>
                  </a:lnTo>
                  <a:lnTo>
                    <a:pt x="18283" y="20505"/>
                  </a:lnTo>
                  <a:lnTo>
                    <a:pt x="18081" y="20370"/>
                  </a:lnTo>
                  <a:lnTo>
                    <a:pt x="17676" y="20202"/>
                  </a:lnTo>
                  <a:lnTo>
                    <a:pt x="17239" y="20033"/>
                  </a:lnTo>
                  <a:lnTo>
                    <a:pt x="16969" y="19966"/>
                  </a:lnTo>
                  <a:lnTo>
                    <a:pt x="16868" y="19966"/>
                  </a:lnTo>
                  <a:lnTo>
                    <a:pt x="16767" y="20000"/>
                  </a:lnTo>
                  <a:lnTo>
                    <a:pt x="16969" y="19562"/>
                  </a:lnTo>
                  <a:lnTo>
                    <a:pt x="17070" y="19562"/>
                  </a:lnTo>
                  <a:lnTo>
                    <a:pt x="17104" y="19495"/>
                  </a:lnTo>
                  <a:lnTo>
                    <a:pt x="17138" y="19461"/>
                  </a:lnTo>
                  <a:lnTo>
                    <a:pt x="17104" y="19394"/>
                  </a:lnTo>
                  <a:lnTo>
                    <a:pt x="17070" y="19360"/>
                  </a:lnTo>
                  <a:lnTo>
                    <a:pt x="17306" y="18855"/>
                  </a:lnTo>
                  <a:lnTo>
                    <a:pt x="17441" y="18552"/>
                  </a:lnTo>
                  <a:lnTo>
                    <a:pt x="17474" y="18518"/>
                  </a:lnTo>
                  <a:lnTo>
                    <a:pt x="17508" y="18451"/>
                  </a:lnTo>
                  <a:lnTo>
                    <a:pt x="17980" y="17441"/>
                  </a:lnTo>
                  <a:lnTo>
                    <a:pt x="18047" y="17441"/>
                  </a:lnTo>
                  <a:lnTo>
                    <a:pt x="18081" y="17374"/>
                  </a:lnTo>
                  <a:lnTo>
                    <a:pt x="18047" y="17273"/>
                  </a:lnTo>
                  <a:lnTo>
                    <a:pt x="18384" y="16566"/>
                  </a:lnTo>
                  <a:lnTo>
                    <a:pt x="18417" y="16532"/>
                  </a:lnTo>
                  <a:lnTo>
                    <a:pt x="18417" y="16498"/>
                  </a:lnTo>
                  <a:lnTo>
                    <a:pt x="19528" y="14108"/>
                  </a:lnTo>
                  <a:lnTo>
                    <a:pt x="19697" y="14243"/>
                  </a:lnTo>
                  <a:lnTo>
                    <a:pt x="19865" y="14310"/>
                  </a:lnTo>
                  <a:lnTo>
                    <a:pt x="20235" y="14445"/>
                  </a:lnTo>
                  <a:lnTo>
                    <a:pt x="20841" y="14714"/>
                  </a:lnTo>
                  <a:lnTo>
                    <a:pt x="20841" y="14445"/>
                  </a:lnTo>
                  <a:lnTo>
                    <a:pt x="20639" y="14377"/>
                  </a:lnTo>
                  <a:lnTo>
                    <a:pt x="20101" y="14142"/>
                  </a:lnTo>
                  <a:lnTo>
                    <a:pt x="19831" y="14074"/>
                  </a:lnTo>
                  <a:lnTo>
                    <a:pt x="19562" y="14041"/>
                  </a:lnTo>
                  <a:lnTo>
                    <a:pt x="19629" y="13872"/>
                  </a:lnTo>
                  <a:lnTo>
                    <a:pt x="19865" y="13266"/>
                  </a:lnTo>
                  <a:lnTo>
                    <a:pt x="20067" y="12660"/>
                  </a:lnTo>
                  <a:lnTo>
                    <a:pt x="20269" y="12088"/>
                  </a:lnTo>
                  <a:lnTo>
                    <a:pt x="20505" y="11482"/>
                  </a:lnTo>
                  <a:lnTo>
                    <a:pt x="20673" y="11145"/>
                  </a:lnTo>
                  <a:lnTo>
                    <a:pt x="20841" y="10842"/>
                  </a:lnTo>
                  <a:lnTo>
                    <a:pt x="20841" y="10371"/>
                  </a:lnTo>
                  <a:lnTo>
                    <a:pt x="20774" y="10472"/>
                  </a:lnTo>
                  <a:lnTo>
                    <a:pt x="20404" y="9798"/>
                  </a:lnTo>
                  <a:lnTo>
                    <a:pt x="20269" y="9462"/>
                  </a:lnTo>
                  <a:lnTo>
                    <a:pt x="20134" y="9091"/>
                  </a:lnTo>
                  <a:lnTo>
                    <a:pt x="20134" y="9058"/>
                  </a:lnTo>
                  <a:lnTo>
                    <a:pt x="20101" y="9091"/>
                  </a:lnTo>
                  <a:lnTo>
                    <a:pt x="20101" y="9293"/>
                  </a:lnTo>
                  <a:lnTo>
                    <a:pt x="20134" y="9529"/>
                  </a:lnTo>
                  <a:lnTo>
                    <a:pt x="20269" y="9933"/>
                  </a:lnTo>
                  <a:lnTo>
                    <a:pt x="20437" y="10337"/>
                  </a:lnTo>
                  <a:lnTo>
                    <a:pt x="20639" y="10707"/>
                  </a:lnTo>
                  <a:lnTo>
                    <a:pt x="20471" y="11044"/>
                  </a:lnTo>
                  <a:lnTo>
                    <a:pt x="20336" y="10876"/>
                  </a:lnTo>
                  <a:lnTo>
                    <a:pt x="20269" y="10707"/>
                  </a:lnTo>
                  <a:lnTo>
                    <a:pt x="20101" y="10371"/>
                  </a:lnTo>
                  <a:lnTo>
                    <a:pt x="20000" y="10202"/>
                  </a:lnTo>
                  <a:lnTo>
                    <a:pt x="19865" y="10068"/>
                  </a:lnTo>
                  <a:lnTo>
                    <a:pt x="19831" y="10068"/>
                  </a:lnTo>
                  <a:lnTo>
                    <a:pt x="19831" y="10101"/>
                  </a:lnTo>
                  <a:lnTo>
                    <a:pt x="19932" y="10303"/>
                  </a:lnTo>
                  <a:lnTo>
                    <a:pt x="20000" y="10505"/>
                  </a:lnTo>
                  <a:lnTo>
                    <a:pt x="20067" y="10707"/>
                  </a:lnTo>
                  <a:lnTo>
                    <a:pt x="20134" y="10909"/>
                  </a:lnTo>
                  <a:lnTo>
                    <a:pt x="20235" y="11078"/>
                  </a:lnTo>
                  <a:lnTo>
                    <a:pt x="20370" y="11246"/>
                  </a:lnTo>
                  <a:lnTo>
                    <a:pt x="20202" y="11583"/>
                  </a:lnTo>
                  <a:lnTo>
                    <a:pt x="20134" y="11549"/>
                  </a:lnTo>
                  <a:lnTo>
                    <a:pt x="19899" y="11280"/>
                  </a:lnTo>
                  <a:lnTo>
                    <a:pt x="19764" y="11111"/>
                  </a:lnTo>
                  <a:lnTo>
                    <a:pt x="19663" y="10909"/>
                  </a:lnTo>
                  <a:lnTo>
                    <a:pt x="19495" y="10539"/>
                  </a:lnTo>
                  <a:lnTo>
                    <a:pt x="19461" y="10505"/>
                  </a:lnTo>
                  <a:lnTo>
                    <a:pt x="20168" y="8923"/>
                  </a:lnTo>
                  <a:lnTo>
                    <a:pt x="20841" y="7341"/>
                  </a:lnTo>
                  <a:lnTo>
                    <a:pt x="20841" y="6667"/>
                  </a:lnTo>
                  <a:lnTo>
                    <a:pt x="20336" y="7846"/>
                  </a:lnTo>
                  <a:lnTo>
                    <a:pt x="19831" y="9024"/>
                  </a:lnTo>
                  <a:lnTo>
                    <a:pt x="19326" y="10202"/>
                  </a:lnTo>
                  <a:lnTo>
                    <a:pt x="18788" y="11347"/>
                  </a:lnTo>
                  <a:lnTo>
                    <a:pt x="18350" y="12290"/>
                  </a:lnTo>
                  <a:lnTo>
                    <a:pt x="17912" y="13232"/>
                  </a:lnTo>
                  <a:lnTo>
                    <a:pt x="17508" y="13131"/>
                  </a:lnTo>
                  <a:lnTo>
                    <a:pt x="17171" y="12997"/>
                  </a:lnTo>
                  <a:lnTo>
                    <a:pt x="16801" y="12862"/>
                  </a:lnTo>
                  <a:lnTo>
                    <a:pt x="16464" y="12694"/>
                  </a:lnTo>
                  <a:lnTo>
                    <a:pt x="15118" y="11953"/>
                  </a:lnTo>
                  <a:lnTo>
                    <a:pt x="14343" y="11616"/>
                  </a:lnTo>
                  <a:lnTo>
                    <a:pt x="13569" y="11313"/>
                  </a:lnTo>
                  <a:lnTo>
                    <a:pt x="12795" y="11010"/>
                  </a:lnTo>
                  <a:lnTo>
                    <a:pt x="12020" y="10707"/>
                  </a:lnTo>
                  <a:lnTo>
                    <a:pt x="10640" y="10101"/>
                  </a:lnTo>
                  <a:lnTo>
                    <a:pt x="9226" y="9495"/>
                  </a:lnTo>
                  <a:lnTo>
                    <a:pt x="8317" y="9159"/>
                  </a:lnTo>
                  <a:lnTo>
                    <a:pt x="7879" y="8990"/>
                  </a:lnTo>
                  <a:lnTo>
                    <a:pt x="7441" y="8788"/>
                  </a:lnTo>
                  <a:lnTo>
                    <a:pt x="7004" y="8620"/>
                  </a:lnTo>
                  <a:lnTo>
                    <a:pt x="6802" y="8553"/>
                  </a:lnTo>
                  <a:lnTo>
                    <a:pt x="6566" y="8485"/>
                  </a:lnTo>
                  <a:lnTo>
                    <a:pt x="8014" y="5253"/>
                  </a:lnTo>
                  <a:lnTo>
                    <a:pt x="8552" y="4007"/>
                  </a:lnTo>
                  <a:lnTo>
                    <a:pt x="9091" y="2762"/>
                  </a:lnTo>
                  <a:lnTo>
                    <a:pt x="9327" y="2122"/>
                  </a:lnTo>
                  <a:lnTo>
                    <a:pt x="9529" y="1482"/>
                  </a:lnTo>
                  <a:lnTo>
                    <a:pt x="9697" y="809"/>
                  </a:lnTo>
                  <a:lnTo>
                    <a:pt x="9866" y="169"/>
                  </a:lnTo>
                  <a:lnTo>
                    <a:pt x="9899" y="203"/>
                  </a:lnTo>
                  <a:lnTo>
                    <a:pt x="10371" y="371"/>
                  </a:lnTo>
                  <a:lnTo>
                    <a:pt x="10775" y="540"/>
                  </a:lnTo>
                  <a:lnTo>
                    <a:pt x="11650" y="977"/>
                  </a:lnTo>
                  <a:lnTo>
                    <a:pt x="12088" y="1146"/>
                  </a:lnTo>
                  <a:lnTo>
                    <a:pt x="12559" y="1280"/>
                  </a:lnTo>
                  <a:lnTo>
                    <a:pt x="13468" y="1583"/>
                  </a:lnTo>
                  <a:lnTo>
                    <a:pt x="14478" y="1920"/>
                  </a:lnTo>
                  <a:lnTo>
                    <a:pt x="15488" y="2358"/>
                  </a:lnTo>
                  <a:lnTo>
                    <a:pt x="17474" y="3233"/>
                  </a:lnTo>
                  <a:lnTo>
                    <a:pt x="18586" y="3671"/>
                  </a:lnTo>
                  <a:lnTo>
                    <a:pt x="19697" y="4108"/>
                  </a:lnTo>
                  <a:lnTo>
                    <a:pt x="20740" y="4546"/>
                  </a:lnTo>
                  <a:lnTo>
                    <a:pt x="20841" y="4580"/>
                  </a:lnTo>
                  <a:lnTo>
                    <a:pt x="20841" y="4243"/>
                  </a:lnTo>
                  <a:lnTo>
                    <a:pt x="20033" y="3940"/>
                  </a:lnTo>
                  <a:lnTo>
                    <a:pt x="18720" y="3435"/>
                  </a:lnTo>
                  <a:lnTo>
                    <a:pt x="17407" y="2896"/>
                  </a:lnTo>
                  <a:lnTo>
                    <a:pt x="15488" y="2055"/>
                  </a:lnTo>
                  <a:lnTo>
                    <a:pt x="14512" y="1651"/>
                  </a:lnTo>
                  <a:lnTo>
                    <a:pt x="13535" y="1314"/>
                  </a:lnTo>
                  <a:lnTo>
                    <a:pt x="12458" y="977"/>
                  </a:lnTo>
                  <a:lnTo>
                    <a:pt x="11919" y="775"/>
                  </a:lnTo>
                  <a:lnTo>
                    <a:pt x="11414" y="540"/>
                  </a:lnTo>
                  <a:lnTo>
                    <a:pt x="11044" y="371"/>
                  </a:lnTo>
                  <a:lnTo>
                    <a:pt x="10674" y="203"/>
                  </a:lnTo>
                  <a:lnTo>
                    <a:pt x="10337" y="102"/>
                  </a:lnTo>
                  <a:lnTo>
                    <a:pt x="9933" y="35"/>
                  </a:lnTo>
                  <a:lnTo>
                    <a:pt x="9899" y="35"/>
                  </a:lnTo>
                  <a:lnTo>
                    <a:pt x="9866" y="68"/>
                  </a:lnTo>
                  <a:lnTo>
                    <a:pt x="983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33"/>
            <p:cNvSpPr/>
            <p:nvPr/>
          </p:nvSpPr>
          <p:spPr>
            <a:xfrm>
              <a:off x="6848670" y="3911827"/>
              <a:ext cx="13485" cy="28562"/>
            </a:xfrm>
            <a:custGeom>
              <a:avLst/>
              <a:gdLst/>
              <a:ahLst/>
              <a:cxnLst/>
              <a:rect l="l" t="t" r="r" b="b"/>
              <a:pathLst>
                <a:path w="271" h="574" extrusionOk="0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136" y="338"/>
                  </a:lnTo>
                  <a:lnTo>
                    <a:pt x="270" y="573"/>
                  </a:lnTo>
                  <a:lnTo>
                    <a:pt x="270" y="169"/>
                  </a:lnTo>
                  <a:lnTo>
                    <a:pt x="136" y="35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33"/>
            <p:cNvSpPr/>
            <p:nvPr/>
          </p:nvSpPr>
          <p:spPr>
            <a:xfrm>
              <a:off x="6845336" y="3940339"/>
              <a:ext cx="16819" cy="50307"/>
            </a:xfrm>
            <a:custGeom>
              <a:avLst/>
              <a:gdLst/>
              <a:ahLst/>
              <a:cxnLst/>
              <a:rect l="l" t="t" r="r" b="b"/>
              <a:pathLst>
                <a:path w="338" h="1011" extrusionOk="0">
                  <a:moveTo>
                    <a:pt x="68" y="0"/>
                  </a:moveTo>
                  <a:lnTo>
                    <a:pt x="34" y="34"/>
                  </a:lnTo>
                  <a:lnTo>
                    <a:pt x="1" y="101"/>
                  </a:lnTo>
                  <a:lnTo>
                    <a:pt x="1" y="202"/>
                  </a:lnTo>
                  <a:lnTo>
                    <a:pt x="34" y="371"/>
                  </a:lnTo>
                  <a:lnTo>
                    <a:pt x="102" y="539"/>
                  </a:lnTo>
                  <a:lnTo>
                    <a:pt x="169" y="707"/>
                  </a:lnTo>
                  <a:lnTo>
                    <a:pt x="337" y="1010"/>
                  </a:lnTo>
                  <a:lnTo>
                    <a:pt x="337" y="505"/>
                  </a:lnTo>
                  <a:lnTo>
                    <a:pt x="236" y="270"/>
                  </a:lnTo>
                  <a:lnTo>
                    <a:pt x="102" y="68"/>
                  </a:lnTo>
                  <a:lnTo>
                    <a:pt x="102" y="34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" name="Google Shape;96;p33"/>
          <p:cNvGrpSpPr/>
          <p:nvPr/>
        </p:nvGrpSpPr>
        <p:grpSpPr>
          <a:xfrm>
            <a:off x="3462913" y="4724358"/>
            <a:ext cx="2218152" cy="422263"/>
            <a:chOff x="2330363" y="4724358"/>
            <a:chExt cx="2218152" cy="422263"/>
          </a:xfrm>
        </p:grpSpPr>
        <p:sp>
          <p:nvSpPr>
            <p:cNvPr id="97" name="Google Shape;97;p33"/>
            <p:cNvSpPr/>
            <p:nvPr/>
          </p:nvSpPr>
          <p:spPr>
            <a:xfrm>
              <a:off x="4117941" y="4942157"/>
              <a:ext cx="124002" cy="132411"/>
            </a:xfrm>
            <a:custGeom>
              <a:avLst/>
              <a:gdLst/>
              <a:ahLst/>
              <a:cxnLst/>
              <a:rect l="l" t="t" r="r" b="b"/>
              <a:pathLst>
                <a:path w="2492" h="2661" extrusionOk="0">
                  <a:moveTo>
                    <a:pt x="1885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23" y="1617"/>
                  </a:lnTo>
                  <a:lnTo>
                    <a:pt x="2289" y="2223"/>
                  </a:lnTo>
                  <a:lnTo>
                    <a:pt x="2256" y="2324"/>
                  </a:lnTo>
                  <a:lnTo>
                    <a:pt x="2256" y="2391"/>
                  </a:lnTo>
                  <a:lnTo>
                    <a:pt x="2222" y="2425"/>
                  </a:lnTo>
                  <a:lnTo>
                    <a:pt x="2121" y="2425"/>
                  </a:lnTo>
                  <a:lnTo>
                    <a:pt x="1650" y="2492"/>
                  </a:lnTo>
                  <a:lnTo>
                    <a:pt x="741" y="2492"/>
                  </a:lnTo>
                  <a:lnTo>
                    <a:pt x="505" y="2425"/>
                  </a:lnTo>
                  <a:lnTo>
                    <a:pt x="404" y="2391"/>
                  </a:lnTo>
                  <a:lnTo>
                    <a:pt x="337" y="2324"/>
                  </a:lnTo>
                  <a:lnTo>
                    <a:pt x="236" y="2156"/>
                  </a:lnTo>
                  <a:lnTo>
                    <a:pt x="202" y="1920"/>
                  </a:lnTo>
                  <a:lnTo>
                    <a:pt x="135" y="1516"/>
                  </a:lnTo>
                  <a:lnTo>
                    <a:pt x="101" y="1112"/>
                  </a:lnTo>
                  <a:lnTo>
                    <a:pt x="135" y="674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69" y="236"/>
                  </a:lnTo>
                  <a:lnTo>
                    <a:pt x="875" y="203"/>
                  </a:lnTo>
                  <a:lnTo>
                    <a:pt x="1515" y="135"/>
                  </a:lnTo>
                  <a:close/>
                  <a:moveTo>
                    <a:pt x="1279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7" y="169"/>
                  </a:lnTo>
                  <a:lnTo>
                    <a:pt x="67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7" y="472"/>
                  </a:lnTo>
                  <a:lnTo>
                    <a:pt x="34" y="708"/>
                  </a:lnTo>
                  <a:lnTo>
                    <a:pt x="0" y="1213"/>
                  </a:lnTo>
                  <a:lnTo>
                    <a:pt x="34" y="1752"/>
                  </a:lnTo>
                  <a:lnTo>
                    <a:pt x="67" y="2088"/>
                  </a:lnTo>
                  <a:lnTo>
                    <a:pt x="135" y="2223"/>
                  </a:lnTo>
                  <a:lnTo>
                    <a:pt x="202" y="2391"/>
                  </a:lnTo>
                  <a:lnTo>
                    <a:pt x="236" y="2459"/>
                  </a:lnTo>
                  <a:lnTo>
                    <a:pt x="303" y="2526"/>
                  </a:lnTo>
                  <a:lnTo>
                    <a:pt x="438" y="2593"/>
                  </a:lnTo>
                  <a:lnTo>
                    <a:pt x="606" y="2627"/>
                  </a:lnTo>
                  <a:lnTo>
                    <a:pt x="741" y="2627"/>
                  </a:lnTo>
                  <a:lnTo>
                    <a:pt x="1212" y="2661"/>
                  </a:lnTo>
                  <a:lnTo>
                    <a:pt x="1683" y="2627"/>
                  </a:lnTo>
                  <a:lnTo>
                    <a:pt x="2020" y="2627"/>
                  </a:lnTo>
                  <a:lnTo>
                    <a:pt x="2222" y="2593"/>
                  </a:lnTo>
                  <a:lnTo>
                    <a:pt x="2289" y="2560"/>
                  </a:lnTo>
                  <a:lnTo>
                    <a:pt x="2357" y="2526"/>
                  </a:lnTo>
                  <a:lnTo>
                    <a:pt x="2424" y="2358"/>
                  </a:lnTo>
                  <a:lnTo>
                    <a:pt x="2458" y="2156"/>
                  </a:lnTo>
                  <a:lnTo>
                    <a:pt x="2458" y="1785"/>
                  </a:lnTo>
                  <a:lnTo>
                    <a:pt x="2491" y="943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33"/>
            <p:cNvSpPr/>
            <p:nvPr/>
          </p:nvSpPr>
          <p:spPr>
            <a:xfrm>
              <a:off x="4171533" y="4979029"/>
              <a:ext cx="33538" cy="35230"/>
            </a:xfrm>
            <a:custGeom>
              <a:avLst/>
              <a:gdLst/>
              <a:ahLst/>
              <a:cxnLst/>
              <a:rect l="l" t="t" r="r" b="b"/>
              <a:pathLst>
                <a:path w="674" h="708" extrusionOk="0">
                  <a:moveTo>
                    <a:pt x="169" y="0"/>
                  </a:moveTo>
                  <a:lnTo>
                    <a:pt x="135" y="101"/>
                  </a:lnTo>
                  <a:lnTo>
                    <a:pt x="135" y="202"/>
                  </a:lnTo>
                  <a:lnTo>
                    <a:pt x="68" y="202"/>
                  </a:lnTo>
                  <a:lnTo>
                    <a:pt x="0" y="236"/>
                  </a:lnTo>
                  <a:lnTo>
                    <a:pt x="0" y="303"/>
                  </a:lnTo>
                  <a:lnTo>
                    <a:pt x="34" y="337"/>
                  </a:lnTo>
                  <a:lnTo>
                    <a:pt x="135" y="337"/>
                  </a:lnTo>
                  <a:lnTo>
                    <a:pt x="135" y="505"/>
                  </a:lnTo>
                  <a:lnTo>
                    <a:pt x="135" y="674"/>
                  </a:lnTo>
                  <a:lnTo>
                    <a:pt x="169" y="708"/>
                  </a:lnTo>
                  <a:lnTo>
                    <a:pt x="236" y="708"/>
                  </a:lnTo>
                  <a:lnTo>
                    <a:pt x="270" y="674"/>
                  </a:lnTo>
                  <a:lnTo>
                    <a:pt x="270" y="505"/>
                  </a:lnTo>
                  <a:lnTo>
                    <a:pt x="270" y="303"/>
                  </a:lnTo>
                  <a:lnTo>
                    <a:pt x="337" y="303"/>
                  </a:lnTo>
                  <a:lnTo>
                    <a:pt x="505" y="337"/>
                  </a:lnTo>
                  <a:lnTo>
                    <a:pt x="640" y="337"/>
                  </a:lnTo>
                  <a:lnTo>
                    <a:pt x="674" y="303"/>
                  </a:lnTo>
                  <a:lnTo>
                    <a:pt x="674" y="270"/>
                  </a:lnTo>
                  <a:lnTo>
                    <a:pt x="674" y="202"/>
                  </a:lnTo>
                  <a:lnTo>
                    <a:pt x="606" y="169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33"/>
            <p:cNvSpPr/>
            <p:nvPr/>
          </p:nvSpPr>
          <p:spPr>
            <a:xfrm>
              <a:off x="3876655" y="5019235"/>
              <a:ext cx="26870" cy="35230"/>
            </a:xfrm>
            <a:custGeom>
              <a:avLst/>
              <a:gdLst/>
              <a:ahLst/>
              <a:cxnLst/>
              <a:rect l="l" t="t" r="r" b="b"/>
              <a:pathLst>
                <a:path w="540" h="708" extrusionOk="0">
                  <a:moveTo>
                    <a:pt x="405" y="135"/>
                  </a:moveTo>
                  <a:lnTo>
                    <a:pt x="405" y="236"/>
                  </a:lnTo>
                  <a:lnTo>
                    <a:pt x="405" y="304"/>
                  </a:lnTo>
                  <a:lnTo>
                    <a:pt x="338" y="472"/>
                  </a:lnTo>
                  <a:lnTo>
                    <a:pt x="270" y="607"/>
                  </a:lnTo>
                  <a:lnTo>
                    <a:pt x="203" y="607"/>
                  </a:lnTo>
                  <a:lnTo>
                    <a:pt x="169" y="506"/>
                  </a:lnTo>
                  <a:lnTo>
                    <a:pt x="136" y="405"/>
                  </a:lnTo>
                  <a:lnTo>
                    <a:pt x="136" y="304"/>
                  </a:lnTo>
                  <a:lnTo>
                    <a:pt x="203" y="236"/>
                  </a:lnTo>
                  <a:lnTo>
                    <a:pt x="371" y="169"/>
                  </a:lnTo>
                  <a:lnTo>
                    <a:pt x="338" y="135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203" y="102"/>
                  </a:lnTo>
                  <a:lnTo>
                    <a:pt x="136" y="169"/>
                  </a:lnTo>
                  <a:lnTo>
                    <a:pt x="68" y="236"/>
                  </a:lnTo>
                  <a:lnTo>
                    <a:pt x="1" y="337"/>
                  </a:lnTo>
                  <a:lnTo>
                    <a:pt x="1" y="405"/>
                  </a:lnTo>
                  <a:lnTo>
                    <a:pt x="68" y="607"/>
                  </a:lnTo>
                  <a:lnTo>
                    <a:pt x="136" y="674"/>
                  </a:lnTo>
                  <a:lnTo>
                    <a:pt x="203" y="708"/>
                  </a:lnTo>
                  <a:lnTo>
                    <a:pt x="270" y="708"/>
                  </a:lnTo>
                  <a:lnTo>
                    <a:pt x="371" y="674"/>
                  </a:lnTo>
                  <a:lnTo>
                    <a:pt x="439" y="607"/>
                  </a:lnTo>
                  <a:lnTo>
                    <a:pt x="472" y="539"/>
                  </a:lnTo>
                  <a:lnTo>
                    <a:pt x="506" y="337"/>
                  </a:lnTo>
                  <a:lnTo>
                    <a:pt x="540" y="169"/>
                  </a:lnTo>
                  <a:lnTo>
                    <a:pt x="506" y="68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33"/>
            <p:cNvSpPr/>
            <p:nvPr/>
          </p:nvSpPr>
          <p:spPr>
            <a:xfrm>
              <a:off x="2377237" y="4851694"/>
              <a:ext cx="134103" cy="77128"/>
            </a:xfrm>
            <a:custGeom>
              <a:avLst/>
              <a:gdLst/>
              <a:ahLst/>
              <a:cxnLst/>
              <a:rect l="l" t="t" r="r" b="b"/>
              <a:pathLst>
                <a:path w="2695" h="1550" extrusionOk="0">
                  <a:moveTo>
                    <a:pt x="2021" y="135"/>
                  </a:moveTo>
                  <a:lnTo>
                    <a:pt x="2358" y="169"/>
                  </a:lnTo>
                  <a:lnTo>
                    <a:pt x="2492" y="236"/>
                  </a:lnTo>
                  <a:lnTo>
                    <a:pt x="2560" y="304"/>
                  </a:lnTo>
                  <a:lnTo>
                    <a:pt x="2593" y="438"/>
                  </a:lnTo>
                  <a:lnTo>
                    <a:pt x="2593" y="573"/>
                  </a:lnTo>
                  <a:lnTo>
                    <a:pt x="2560" y="876"/>
                  </a:lnTo>
                  <a:lnTo>
                    <a:pt x="2492" y="1112"/>
                  </a:lnTo>
                  <a:lnTo>
                    <a:pt x="2459" y="1246"/>
                  </a:lnTo>
                  <a:lnTo>
                    <a:pt x="2391" y="1314"/>
                  </a:lnTo>
                  <a:lnTo>
                    <a:pt x="2324" y="1347"/>
                  </a:lnTo>
                  <a:lnTo>
                    <a:pt x="2223" y="1381"/>
                  </a:lnTo>
                  <a:lnTo>
                    <a:pt x="1617" y="1448"/>
                  </a:lnTo>
                  <a:lnTo>
                    <a:pt x="1146" y="1448"/>
                  </a:lnTo>
                  <a:lnTo>
                    <a:pt x="641" y="1415"/>
                  </a:lnTo>
                  <a:lnTo>
                    <a:pt x="270" y="1381"/>
                  </a:lnTo>
                  <a:lnTo>
                    <a:pt x="203" y="1381"/>
                  </a:lnTo>
                  <a:lnTo>
                    <a:pt x="169" y="1347"/>
                  </a:lnTo>
                  <a:lnTo>
                    <a:pt x="136" y="1246"/>
                  </a:lnTo>
                  <a:lnTo>
                    <a:pt x="102" y="1044"/>
                  </a:lnTo>
                  <a:lnTo>
                    <a:pt x="136" y="607"/>
                  </a:lnTo>
                  <a:lnTo>
                    <a:pt x="169" y="169"/>
                  </a:lnTo>
                  <a:lnTo>
                    <a:pt x="540" y="203"/>
                  </a:lnTo>
                  <a:lnTo>
                    <a:pt x="910" y="169"/>
                  </a:lnTo>
                  <a:lnTo>
                    <a:pt x="1651" y="135"/>
                  </a:lnTo>
                  <a:close/>
                  <a:moveTo>
                    <a:pt x="1785" y="1"/>
                  </a:moveTo>
                  <a:lnTo>
                    <a:pt x="1247" y="34"/>
                  </a:lnTo>
                  <a:lnTo>
                    <a:pt x="674" y="68"/>
                  </a:lnTo>
                  <a:lnTo>
                    <a:pt x="405" y="68"/>
                  </a:lnTo>
                  <a:lnTo>
                    <a:pt x="169" y="34"/>
                  </a:lnTo>
                  <a:lnTo>
                    <a:pt x="68" y="34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5" y="472"/>
                  </a:lnTo>
                  <a:lnTo>
                    <a:pt x="1" y="910"/>
                  </a:lnTo>
                  <a:lnTo>
                    <a:pt x="1" y="1145"/>
                  </a:lnTo>
                  <a:lnTo>
                    <a:pt x="35" y="1314"/>
                  </a:lnTo>
                  <a:lnTo>
                    <a:pt x="68" y="1448"/>
                  </a:lnTo>
                  <a:lnTo>
                    <a:pt x="136" y="1482"/>
                  </a:lnTo>
                  <a:lnTo>
                    <a:pt x="169" y="1516"/>
                  </a:lnTo>
                  <a:lnTo>
                    <a:pt x="775" y="1549"/>
                  </a:lnTo>
                  <a:lnTo>
                    <a:pt x="1348" y="1549"/>
                  </a:lnTo>
                  <a:lnTo>
                    <a:pt x="1920" y="1516"/>
                  </a:lnTo>
                  <a:lnTo>
                    <a:pt x="2492" y="1448"/>
                  </a:lnTo>
                  <a:lnTo>
                    <a:pt x="2526" y="1415"/>
                  </a:lnTo>
                  <a:lnTo>
                    <a:pt x="2526" y="1381"/>
                  </a:lnTo>
                  <a:lnTo>
                    <a:pt x="2627" y="1011"/>
                  </a:lnTo>
                  <a:lnTo>
                    <a:pt x="2661" y="809"/>
                  </a:lnTo>
                  <a:lnTo>
                    <a:pt x="2694" y="607"/>
                  </a:lnTo>
                  <a:lnTo>
                    <a:pt x="2694" y="405"/>
                  </a:lnTo>
                  <a:lnTo>
                    <a:pt x="2627" y="270"/>
                  </a:lnTo>
                  <a:lnTo>
                    <a:pt x="2593" y="169"/>
                  </a:lnTo>
                  <a:lnTo>
                    <a:pt x="2526" y="135"/>
                  </a:lnTo>
                  <a:lnTo>
                    <a:pt x="2425" y="68"/>
                  </a:lnTo>
                  <a:lnTo>
                    <a:pt x="2324" y="34"/>
                  </a:lnTo>
                  <a:lnTo>
                    <a:pt x="20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33"/>
            <p:cNvSpPr/>
            <p:nvPr/>
          </p:nvSpPr>
          <p:spPr>
            <a:xfrm>
              <a:off x="4019068" y="5000824"/>
              <a:ext cx="31896" cy="8409"/>
            </a:xfrm>
            <a:custGeom>
              <a:avLst/>
              <a:gdLst/>
              <a:ahLst/>
              <a:cxnLst/>
              <a:rect l="l" t="t" r="r" b="b"/>
              <a:pathLst>
                <a:path w="641" h="169" extrusionOk="0">
                  <a:moveTo>
                    <a:pt x="34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35" y="135"/>
                  </a:lnTo>
                  <a:lnTo>
                    <a:pt x="270" y="169"/>
                  </a:lnTo>
                  <a:lnTo>
                    <a:pt x="573" y="169"/>
                  </a:lnTo>
                  <a:lnTo>
                    <a:pt x="607" y="135"/>
                  </a:lnTo>
                  <a:lnTo>
                    <a:pt x="640" y="101"/>
                  </a:lnTo>
                  <a:lnTo>
                    <a:pt x="640" y="67"/>
                  </a:lnTo>
                  <a:lnTo>
                    <a:pt x="607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33"/>
            <p:cNvSpPr/>
            <p:nvPr/>
          </p:nvSpPr>
          <p:spPr>
            <a:xfrm>
              <a:off x="3962093" y="4940515"/>
              <a:ext cx="139129" cy="132362"/>
            </a:xfrm>
            <a:custGeom>
              <a:avLst/>
              <a:gdLst/>
              <a:ahLst/>
              <a:cxnLst/>
              <a:rect l="l" t="t" r="r" b="b"/>
              <a:pathLst>
                <a:path w="2796" h="2660" extrusionOk="0">
                  <a:moveTo>
                    <a:pt x="439" y="0"/>
                  </a:moveTo>
                  <a:lnTo>
                    <a:pt x="203" y="67"/>
                  </a:lnTo>
                  <a:lnTo>
                    <a:pt x="102" y="101"/>
                  </a:lnTo>
                  <a:lnTo>
                    <a:pt x="35" y="168"/>
                  </a:lnTo>
                  <a:lnTo>
                    <a:pt x="1" y="236"/>
                  </a:lnTo>
                  <a:lnTo>
                    <a:pt x="35" y="269"/>
                  </a:lnTo>
                  <a:lnTo>
                    <a:pt x="102" y="269"/>
                  </a:lnTo>
                  <a:lnTo>
                    <a:pt x="136" y="236"/>
                  </a:lnTo>
                  <a:lnTo>
                    <a:pt x="203" y="202"/>
                  </a:lnTo>
                  <a:lnTo>
                    <a:pt x="304" y="168"/>
                  </a:lnTo>
                  <a:lnTo>
                    <a:pt x="540" y="135"/>
                  </a:lnTo>
                  <a:lnTo>
                    <a:pt x="977" y="168"/>
                  </a:lnTo>
                  <a:lnTo>
                    <a:pt x="1920" y="202"/>
                  </a:lnTo>
                  <a:lnTo>
                    <a:pt x="2257" y="236"/>
                  </a:lnTo>
                  <a:lnTo>
                    <a:pt x="2391" y="269"/>
                  </a:lnTo>
                  <a:lnTo>
                    <a:pt x="2526" y="337"/>
                  </a:lnTo>
                  <a:lnTo>
                    <a:pt x="2593" y="370"/>
                  </a:lnTo>
                  <a:lnTo>
                    <a:pt x="2627" y="438"/>
                  </a:lnTo>
                  <a:lnTo>
                    <a:pt x="2661" y="606"/>
                  </a:lnTo>
                  <a:lnTo>
                    <a:pt x="2627" y="909"/>
                  </a:lnTo>
                  <a:lnTo>
                    <a:pt x="2661" y="1549"/>
                  </a:lnTo>
                  <a:lnTo>
                    <a:pt x="2627" y="2189"/>
                  </a:lnTo>
                  <a:lnTo>
                    <a:pt x="2593" y="2424"/>
                  </a:lnTo>
                  <a:lnTo>
                    <a:pt x="2593" y="2458"/>
                  </a:lnTo>
                  <a:lnTo>
                    <a:pt x="2526" y="2458"/>
                  </a:lnTo>
                  <a:lnTo>
                    <a:pt x="2425" y="2492"/>
                  </a:lnTo>
                  <a:lnTo>
                    <a:pt x="2156" y="2492"/>
                  </a:lnTo>
                  <a:lnTo>
                    <a:pt x="1449" y="2458"/>
                  </a:lnTo>
                  <a:lnTo>
                    <a:pt x="1146" y="2492"/>
                  </a:lnTo>
                  <a:lnTo>
                    <a:pt x="843" y="2525"/>
                  </a:lnTo>
                  <a:lnTo>
                    <a:pt x="708" y="2525"/>
                  </a:lnTo>
                  <a:lnTo>
                    <a:pt x="573" y="2458"/>
                  </a:lnTo>
                  <a:lnTo>
                    <a:pt x="472" y="2391"/>
                  </a:lnTo>
                  <a:lnTo>
                    <a:pt x="405" y="2256"/>
                  </a:lnTo>
                  <a:lnTo>
                    <a:pt x="338" y="2020"/>
                  </a:lnTo>
                  <a:lnTo>
                    <a:pt x="304" y="1785"/>
                  </a:lnTo>
                  <a:lnTo>
                    <a:pt x="304" y="1246"/>
                  </a:lnTo>
                  <a:lnTo>
                    <a:pt x="304" y="774"/>
                  </a:lnTo>
                  <a:lnTo>
                    <a:pt x="338" y="303"/>
                  </a:lnTo>
                  <a:lnTo>
                    <a:pt x="304" y="269"/>
                  </a:lnTo>
                  <a:lnTo>
                    <a:pt x="304" y="236"/>
                  </a:lnTo>
                  <a:lnTo>
                    <a:pt x="270" y="236"/>
                  </a:lnTo>
                  <a:lnTo>
                    <a:pt x="237" y="269"/>
                  </a:lnTo>
                  <a:lnTo>
                    <a:pt x="203" y="505"/>
                  </a:lnTo>
                  <a:lnTo>
                    <a:pt x="169" y="774"/>
                  </a:lnTo>
                  <a:lnTo>
                    <a:pt x="169" y="1246"/>
                  </a:lnTo>
                  <a:lnTo>
                    <a:pt x="203" y="1852"/>
                  </a:lnTo>
                  <a:lnTo>
                    <a:pt x="237" y="2121"/>
                  </a:lnTo>
                  <a:lnTo>
                    <a:pt x="270" y="2290"/>
                  </a:lnTo>
                  <a:lnTo>
                    <a:pt x="304" y="2391"/>
                  </a:lnTo>
                  <a:lnTo>
                    <a:pt x="371" y="2492"/>
                  </a:lnTo>
                  <a:lnTo>
                    <a:pt x="472" y="2559"/>
                  </a:lnTo>
                  <a:lnTo>
                    <a:pt x="540" y="2593"/>
                  </a:lnTo>
                  <a:lnTo>
                    <a:pt x="641" y="2626"/>
                  </a:lnTo>
                  <a:lnTo>
                    <a:pt x="843" y="2660"/>
                  </a:lnTo>
                  <a:lnTo>
                    <a:pt x="1078" y="2626"/>
                  </a:lnTo>
                  <a:lnTo>
                    <a:pt x="2290" y="2626"/>
                  </a:lnTo>
                  <a:lnTo>
                    <a:pt x="2694" y="2593"/>
                  </a:lnTo>
                  <a:lnTo>
                    <a:pt x="2728" y="2559"/>
                  </a:lnTo>
                  <a:lnTo>
                    <a:pt x="2728" y="2525"/>
                  </a:lnTo>
                  <a:lnTo>
                    <a:pt x="2762" y="2054"/>
                  </a:lnTo>
                  <a:lnTo>
                    <a:pt x="2795" y="1616"/>
                  </a:lnTo>
                  <a:lnTo>
                    <a:pt x="2762" y="707"/>
                  </a:lnTo>
                  <a:lnTo>
                    <a:pt x="2762" y="438"/>
                  </a:lnTo>
                  <a:lnTo>
                    <a:pt x="2728" y="370"/>
                  </a:lnTo>
                  <a:lnTo>
                    <a:pt x="2661" y="269"/>
                  </a:lnTo>
                  <a:lnTo>
                    <a:pt x="2593" y="236"/>
                  </a:lnTo>
                  <a:lnTo>
                    <a:pt x="2526" y="168"/>
                  </a:lnTo>
                  <a:lnTo>
                    <a:pt x="2257" y="101"/>
                  </a:lnTo>
                  <a:lnTo>
                    <a:pt x="1920" y="67"/>
                  </a:lnTo>
                  <a:lnTo>
                    <a:pt x="1583" y="67"/>
                  </a:lnTo>
                  <a:lnTo>
                    <a:pt x="910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33"/>
            <p:cNvSpPr/>
            <p:nvPr/>
          </p:nvSpPr>
          <p:spPr>
            <a:xfrm>
              <a:off x="3581827" y="4848360"/>
              <a:ext cx="134053" cy="83796"/>
            </a:xfrm>
            <a:custGeom>
              <a:avLst/>
              <a:gdLst/>
              <a:ahLst/>
              <a:cxnLst/>
              <a:rect l="l" t="t" r="r" b="b"/>
              <a:pathLst>
                <a:path w="2694" h="1684" extrusionOk="0">
                  <a:moveTo>
                    <a:pt x="707" y="135"/>
                  </a:moveTo>
                  <a:lnTo>
                    <a:pt x="977" y="202"/>
                  </a:lnTo>
                  <a:lnTo>
                    <a:pt x="1212" y="202"/>
                  </a:lnTo>
                  <a:lnTo>
                    <a:pt x="1886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6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70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9" y="270"/>
                  </a:lnTo>
                  <a:lnTo>
                    <a:pt x="135" y="236"/>
                  </a:lnTo>
                  <a:lnTo>
                    <a:pt x="169" y="236"/>
                  </a:lnTo>
                  <a:lnTo>
                    <a:pt x="169" y="202"/>
                  </a:lnTo>
                  <a:lnTo>
                    <a:pt x="169" y="169"/>
                  </a:lnTo>
                  <a:lnTo>
                    <a:pt x="438" y="135"/>
                  </a:lnTo>
                  <a:close/>
                  <a:moveTo>
                    <a:pt x="270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8" y="337"/>
                  </a:lnTo>
                  <a:lnTo>
                    <a:pt x="68" y="472"/>
                  </a:lnTo>
                  <a:lnTo>
                    <a:pt x="68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9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1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33"/>
            <p:cNvSpPr/>
            <p:nvPr/>
          </p:nvSpPr>
          <p:spPr>
            <a:xfrm>
              <a:off x="3539929" y="4942157"/>
              <a:ext cx="120668" cy="129077"/>
            </a:xfrm>
            <a:custGeom>
              <a:avLst/>
              <a:gdLst/>
              <a:ahLst/>
              <a:cxnLst/>
              <a:rect l="l" t="t" r="r" b="b"/>
              <a:pathLst>
                <a:path w="2425" h="2594" extrusionOk="0">
                  <a:moveTo>
                    <a:pt x="1044" y="1"/>
                  </a:moveTo>
                  <a:lnTo>
                    <a:pt x="640" y="34"/>
                  </a:lnTo>
                  <a:lnTo>
                    <a:pt x="371" y="68"/>
                  </a:lnTo>
                  <a:lnTo>
                    <a:pt x="270" y="102"/>
                  </a:lnTo>
                  <a:lnTo>
                    <a:pt x="135" y="169"/>
                  </a:lnTo>
                  <a:lnTo>
                    <a:pt x="102" y="270"/>
                  </a:lnTo>
                  <a:lnTo>
                    <a:pt x="68" y="371"/>
                  </a:lnTo>
                  <a:lnTo>
                    <a:pt x="68" y="607"/>
                  </a:lnTo>
                  <a:lnTo>
                    <a:pt x="34" y="1819"/>
                  </a:lnTo>
                  <a:lnTo>
                    <a:pt x="1" y="2122"/>
                  </a:lnTo>
                  <a:lnTo>
                    <a:pt x="34" y="2290"/>
                  </a:lnTo>
                  <a:lnTo>
                    <a:pt x="68" y="2358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35" y="2358"/>
                  </a:lnTo>
                  <a:lnTo>
                    <a:pt x="135" y="2257"/>
                  </a:lnTo>
                  <a:lnTo>
                    <a:pt x="135" y="2088"/>
                  </a:lnTo>
                  <a:lnTo>
                    <a:pt x="169" y="1819"/>
                  </a:lnTo>
                  <a:lnTo>
                    <a:pt x="203" y="842"/>
                  </a:lnTo>
                  <a:lnTo>
                    <a:pt x="203" y="539"/>
                  </a:lnTo>
                  <a:lnTo>
                    <a:pt x="236" y="371"/>
                  </a:lnTo>
                  <a:lnTo>
                    <a:pt x="270" y="304"/>
                  </a:lnTo>
                  <a:lnTo>
                    <a:pt x="337" y="236"/>
                  </a:lnTo>
                  <a:lnTo>
                    <a:pt x="539" y="169"/>
                  </a:lnTo>
                  <a:lnTo>
                    <a:pt x="775" y="135"/>
                  </a:lnTo>
                  <a:lnTo>
                    <a:pt x="1145" y="135"/>
                  </a:lnTo>
                  <a:lnTo>
                    <a:pt x="1549" y="169"/>
                  </a:lnTo>
                  <a:lnTo>
                    <a:pt x="1920" y="203"/>
                  </a:lnTo>
                  <a:lnTo>
                    <a:pt x="2290" y="304"/>
                  </a:lnTo>
                  <a:lnTo>
                    <a:pt x="2256" y="674"/>
                  </a:lnTo>
                  <a:lnTo>
                    <a:pt x="2290" y="1044"/>
                  </a:lnTo>
                  <a:lnTo>
                    <a:pt x="2223" y="1651"/>
                  </a:lnTo>
                  <a:lnTo>
                    <a:pt x="2189" y="2290"/>
                  </a:lnTo>
                  <a:lnTo>
                    <a:pt x="1886" y="2358"/>
                  </a:lnTo>
                  <a:lnTo>
                    <a:pt x="1549" y="2358"/>
                  </a:lnTo>
                  <a:lnTo>
                    <a:pt x="910" y="2290"/>
                  </a:lnTo>
                  <a:lnTo>
                    <a:pt x="438" y="2290"/>
                  </a:lnTo>
                  <a:lnTo>
                    <a:pt x="236" y="2358"/>
                  </a:lnTo>
                  <a:lnTo>
                    <a:pt x="135" y="2391"/>
                  </a:lnTo>
                  <a:lnTo>
                    <a:pt x="68" y="2492"/>
                  </a:lnTo>
                  <a:lnTo>
                    <a:pt x="68" y="2526"/>
                  </a:lnTo>
                  <a:lnTo>
                    <a:pt x="169" y="2526"/>
                  </a:lnTo>
                  <a:lnTo>
                    <a:pt x="304" y="2492"/>
                  </a:lnTo>
                  <a:lnTo>
                    <a:pt x="506" y="2459"/>
                  </a:lnTo>
                  <a:lnTo>
                    <a:pt x="809" y="2459"/>
                  </a:lnTo>
                  <a:lnTo>
                    <a:pt x="1112" y="2492"/>
                  </a:lnTo>
                  <a:lnTo>
                    <a:pt x="1650" y="2526"/>
                  </a:lnTo>
                  <a:lnTo>
                    <a:pt x="1920" y="2526"/>
                  </a:lnTo>
                  <a:lnTo>
                    <a:pt x="2189" y="2459"/>
                  </a:lnTo>
                  <a:lnTo>
                    <a:pt x="2189" y="2526"/>
                  </a:lnTo>
                  <a:lnTo>
                    <a:pt x="2223" y="2560"/>
                  </a:lnTo>
                  <a:lnTo>
                    <a:pt x="2256" y="2593"/>
                  </a:lnTo>
                  <a:lnTo>
                    <a:pt x="2290" y="2593"/>
                  </a:lnTo>
                  <a:lnTo>
                    <a:pt x="2324" y="2560"/>
                  </a:lnTo>
                  <a:lnTo>
                    <a:pt x="2357" y="2358"/>
                  </a:lnTo>
                  <a:lnTo>
                    <a:pt x="2357" y="2156"/>
                  </a:lnTo>
                  <a:lnTo>
                    <a:pt x="2391" y="1752"/>
                  </a:lnTo>
                  <a:lnTo>
                    <a:pt x="2391" y="1381"/>
                  </a:lnTo>
                  <a:lnTo>
                    <a:pt x="2425" y="977"/>
                  </a:lnTo>
                  <a:lnTo>
                    <a:pt x="2391" y="438"/>
                  </a:lnTo>
                  <a:lnTo>
                    <a:pt x="2391" y="304"/>
                  </a:lnTo>
                  <a:lnTo>
                    <a:pt x="2425" y="304"/>
                  </a:lnTo>
                  <a:lnTo>
                    <a:pt x="2425" y="236"/>
                  </a:lnTo>
                  <a:lnTo>
                    <a:pt x="2425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1953" y="68"/>
                  </a:lnTo>
                  <a:lnTo>
                    <a:pt x="15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33"/>
            <p:cNvSpPr/>
            <p:nvPr/>
          </p:nvSpPr>
          <p:spPr>
            <a:xfrm>
              <a:off x="4193327" y="5087904"/>
              <a:ext cx="122310" cy="58717"/>
            </a:xfrm>
            <a:custGeom>
              <a:avLst/>
              <a:gdLst/>
              <a:ahLst/>
              <a:cxnLst/>
              <a:rect l="l" t="t" r="r" b="b"/>
              <a:pathLst>
                <a:path w="2458" h="1180" extrusionOk="0">
                  <a:moveTo>
                    <a:pt x="1616" y="1"/>
                  </a:moveTo>
                  <a:lnTo>
                    <a:pt x="1178" y="68"/>
                  </a:lnTo>
                  <a:lnTo>
                    <a:pt x="909" y="102"/>
                  </a:lnTo>
                  <a:lnTo>
                    <a:pt x="640" y="68"/>
                  </a:lnTo>
                  <a:lnTo>
                    <a:pt x="404" y="68"/>
                  </a:lnTo>
                  <a:lnTo>
                    <a:pt x="168" y="136"/>
                  </a:lnTo>
                  <a:lnTo>
                    <a:pt x="168" y="102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34" y="371"/>
                  </a:lnTo>
                  <a:lnTo>
                    <a:pt x="34" y="641"/>
                  </a:lnTo>
                  <a:lnTo>
                    <a:pt x="0" y="1179"/>
                  </a:lnTo>
                  <a:lnTo>
                    <a:pt x="135" y="1179"/>
                  </a:lnTo>
                  <a:lnTo>
                    <a:pt x="168" y="742"/>
                  </a:lnTo>
                  <a:lnTo>
                    <a:pt x="135" y="270"/>
                  </a:lnTo>
                  <a:lnTo>
                    <a:pt x="404" y="237"/>
                  </a:lnTo>
                  <a:lnTo>
                    <a:pt x="673" y="203"/>
                  </a:lnTo>
                  <a:lnTo>
                    <a:pt x="1414" y="203"/>
                  </a:lnTo>
                  <a:lnTo>
                    <a:pt x="1616" y="169"/>
                  </a:lnTo>
                  <a:lnTo>
                    <a:pt x="1852" y="136"/>
                  </a:lnTo>
                  <a:lnTo>
                    <a:pt x="2054" y="136"/>
                  </a:lnTo>
                  <a:lnTo>
                    <a:pt x="2189" y="203"/>
                  </a:lnTo>
                  <a:lnTo>
                    <a:pt x="2256" y="304"/>
                  </a:lnTo>
                  <a:lnTo>
                    <a:pt x="2323" y="405"/>
                  </a:lnTo>
                  <a:lnTo>
                    <a:pt x="2357" y="573"/>
                  </a:lnTo>
                  <a:lnTo>
                    <a:pt x="2357" y="876"/>
                  </a:lnTo>
                  <a:lnTo>
                    <a:pt x="2357" y="1179"/>
                  </a:lnTo>
                  <a:lnTo>
                    <a:pt x="2458" y="1179"/>
                  </a:lnTo>
                  <a:lnTo>
                    <a:pt x="2458" y="843"/>
                  </a:lnTo>
                  <a:lnTo>
                    <a:pt x="2424" y="472"/>
                  </a:lnTo>
                  <a:lnTo>
                    <a:pt x="2391" y="338"/>
                  </a:lnTo>
                  <a:lnTo>
                    <a:pt x="2290" y="203"/>
                  </a:lnTo>
                  <a:lnTo>
                    <a:pt x="2189" y="68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3"/>
            <p:cNvSpPr/>
            <p:nvPr/>
          </p:nvSpPr>
          <p:spPr>
            <a:xfrm>
              <a:off x="4339075" y="5086262"/>
              <a:ext cx="129028" cy="60359"/>
            </a:xfrm>
            <a:custGeom>
              <a:avLst/>
              <a:gdLst/>
              <a:ahLst/>
              <a:cxnLst/>
              <a:rect l="l" t="t" r="r" b="b"/>
              <a:pathLst>
                <a:path w="2593" h="1213" extrusionOk="0">
                  <a:moveTo>
                    <a:pt x="472" y="0"/>
                  </a:moveTo>
                  <a:lnTo>
                    <a:pt x="101" y="101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0" y="674"/>
                  </a:lnTo>
                  <a:lnTo>
                    <a:pt x="0" y="1212"/>
                  </a:lnTo>
                  <a:lnTo>
                    <a:pt x="135" y="1212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2" y="169"/>
                  </a:lnTo>
                  <a:lnTo>
                    <a:pt x="2323" y="236"/>
                  </a:lnTo>
                  <a:lnTo>
                    <a:pt x="2391" y="337"/>
                  </a:lnTo>
                  <a:lnTo>
                    <a:pt x="2458" y="539"/>
                  </a:lnTo>
                  <a:lnTo>
                    <a:pt x="2458" y="741"/>
                  </a:lnTo>
                  <a:lnTo>
                    <a:pt x="2458" y="1179"/>
                  </a:lnTo>
                  <a:lnTo>
                    <a:pt x="2458" y="1212"/>
                  </a:lnTo>
                  <a:lnTo>
                    <a:pt x="2593" y="1212"/>
                  </a:lnTo>
                  <a:lnTo>
                    <a:pt x="2593" y="707"/>
                  </a:lnTo>
                  <a:lnTo>
                    <a:pt x="2593" y="438"/>
                  </a:lnTo>
                  <a:lnTo>
                    <a:pt x="2559" y="337"/>
                  </a:lnTo>
                  <a:lnTo>
                    <a:pt x="2492" y="236"/>
                  </a:lnTo>
                  <a:lnTo>
                    <a:pt x="2424" y="135"/>
                  </a:lnTo>
                  <a:lnTo>
                    <a:pt x="2323" y="68"/>
                  </a:lnTo>
                  <a:lnTo>
                    <a:pt x="2222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3"/>
            <p:cNvSpPr/>
            <p:nvPr/>
          </p:nvSpPr>
          <p:spPr>
            <a:xfrm>
              <a:off x="2424160" y="5041030"/>
              <a:ext cx="26870" cy="6718"/>
            </a:xfrm>
            <a:custGeom>
              <a:avLst/>
              <a:gdLst/>
              <a:ahLst/>
              <a:cxnLst/>
              <a:rect l="l" t="t" r="r" b="b"/>
              <a:pathLst>
                <a:path w="540" h="135" extrusionOk="0">
                  <a:moveTo>
                    <a:pt x="270" y="0"/>
                  </a:moveTo>
                  <a:lnTo>
                    <a:pt x="135" y="34"/>
                  </a:lnTo>
                  <a:lnTo>
                    <a:pt x="68" y="68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36" y="135"/>
                  </a:lnTo>
                  <a:lnTo>
                    <a:pt x="472" y="101"/>
                  </a:lnTo>
                  <a:lnTo>
                    <a:pt x="506" y="68"/>
                  </a:lnTo>
                  <a:lnTo>
                    <a:pt x="539" y="68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3"/>
            <p:cNvSpPr/>
            <p:nvPr/>
          </p:nvSpPr>
          <p:spPr>
            <a:xfrm>
              <a:off x="3826397" y="4948875"/>
              <a:ext cx="129077" cy="127386"/>
            </a:xfrm>
            <a:custGeom>
              <a:avLst/>
              <a:gdLst/>
              <a:ahLst/>
              <a:cxnLst/>
              <a:rect l="l" t="t" r="r" b="b"/>
              <a:pathLst>
                <a:path w="2594" h="2560" extrusionOk="0">
                  <a:moveTo>
                    <a:pt x="2290" y="101"/>
                  </a:moveTo>
                  <a:lnTo>
                    <a:pt x="2425" y="135"/>
                  </a:lnTo>
                  <a:lnTo>
                    <a:pt x="2459" y="169"/>
                  </a:lnTo>
                  <a:lnTo>
                    <a:pt x="2492" y="808"/>
                  </a:lnTo>
                  <a:lnTo>
                    <a:pt x="2492" y="1448"/>
                  </a:lnTo>
                  <a:lnTo>
                    <a:pt x="2459" y="1751"/>
                  </a:lnTo>
                  <a:lnTo>
                    <a:pt x="2425" y="2054"/>
                  </a:lnTo>
                  <a:lnTo>
                    <a:pt x="2358" y="2189"/>
                  </a:lnTo>
                  <a:lnTo>
                    <a:pt x="2290" y="2290"/>
                  </a:lnTo>
                  <a:lnTo>
                    <a:pt x="2189" y="2391"/>
                  </a:lnTo>
                  <a:lnTo>
                    <a:pt x="2055" y="2425"/>
                  </a:lnTo>
                  <a:lnTo>
                    <a:pt x="1550" y="2425"/>
                  </a:lnTo>
                  <a:lnTo>
                    <a:pt x="1045" y="2391"/>
                  </a:lnTo>
                  <a:lnTo>
                    <a:pt x="741" y="2391"/>
                  </a:lnTo>
                  <a:lnTo>
                    <a:pt x="573" y="2357"/>
                  </a:lnTo>
                  <a:lnTo>
                    <a:pt x="438" y="2324"/>
                  </a:lnTo>
                  <a:lnTo>
                    <a:pt x="337" y="2256"/>
                  </a:lnTo>
                  <a:lnTo>
                    <a:pt x="236" y="2189"/>
                  </a:lnTo>
                  <a:lnTo>
                    <a:pt x="169" y="2054"/>
                  </a:lnTo>
                  <a:lnTo>
                    <a:pt x="135" y="1886"/>
                  </a:lnTo>
                  <a:lnTo>
                    <a:pt x="135" y="1684"/>
                  </a:lnTo>
                  <a:lnTo>
                    <a:pt x="169" y="1482"/>
                  </a:lnTo>
                  <a:lnTo>
                    <a:pt x="203" y="1111"/>
                  </a:lnTo>
                  <a:lnTo>
                    <a:pt x="203" y="876"/>
                  </a:lnTo>
                  <a:lnTo>
                    <a:pt x="169" y="640"/>
                  </a:lnTo>
                  <a:lnTo>
                    <a:pt x="169" y="404"/>
                  </a:lnTo>
                  <a:lnTo>
                    <a:pt x="169" y="169"/>
                  </a:lnTo>
                  <a:lnTo>
                    <a:pt x="1314" y="135"/>
                  </a:lnTo>
                  <a:lnTo>
                    <a:pt x="1954" y="101"/>
                  </a:lnTo>
                  <a:close/>
                  <a:moveTo>
                    <a:pt x="1348" y="0"/>
                  </a:moveTo>
                  <a:lnTo>
                    <a:pt x="169" y="34"/>
                  </a:lnTo>
                  <a:lnTo>
                    <a:pt x="135" y="68"/>
                  </a:lnTo>
                  <a:lnTo>
                    <a:pt x="102" y="68"/>
                  </a:lnTo>
                  <a:lnTo>
                    <a:pt x="34" y="270"/>
                  </a:lnTo>
                  <a:lnTo>
                    <a:pt x="34" y="472"/>
                  </a:lnTo>
                  <a:lnTo>
                    <a:pt x="68" y="909"/>
                  </a:lnTo>
                  <a:lnTo>
                    <a:pt x="68" y="1145"/>
                  </a:lnTo>
                  <a:lnTo>
                    <a:pt x="68" y="1347"/>
                  </a:lnTo>
                  <a:lnTo>
                    <a:pt x="1" y="1819"/>
                  </a:lnTo>
                  <a:lnTo>
                    <a:pt x="34" y="2021"/>
                  </a:lnTo>
                  <a:lnTo>
                    <a:pt x="68" y="2189"/>
                  </a:lnTo>
                  <a:lnTo>
                    <a:pt x="169" y="2290"/>
                  </a:lnTo>
                  <a:lnTo>
                    <a:pt x="270" y="2391"/>
                  </a:lnTo>
                  <a:lnTo>
                    <a:pt x="405" y="2458"/>
                  </a:lnTo>
                  <a:lnTo>
                    <a:pt x="573" y="2492"/>
                  </a:lnTo>
                  <a:lnTo>
                    <a:pt x="944" y="2526"/>
                  </a:lnTo>
                  <a:lnTo>
                    <a:pt x="1482" y="2559"/>
                  </a:lnTo>
                  <a:lnTo>
                    <a:pt x="2055" y="2559"/>
                  </a:lnTo>
                  <a:lnTo>
                    <a:pt x="2189" y="2526"/>
                  </a:lnTo>
                  <a:lnTo>
                    <a:pt x="2324" y="2492"/>
                  </a:lnTo>
                  <a:lnTo>
                    <a:pt x="2459" y="2425"/>
                  </a:lnTo>
                  <a:lnTo>
                    <a:pt x="2492" y="2357"/>
                  </a:lnTo>
                  <a:lnTo>
                    <a:pt x="2526" y="2324"/>
                  </a:lnTo>
                  <a:lnTo>
                    <a:pt x="2560" y="2021"/>
                  </a:lnTo>
                  <a:lnTo>
                    <a:pt x="2593" y="1751"/>
                  </a:lnTo>
                  <a:lnTo>
                    <a:pt x="2593" y="1179"/>
                  </a:lnTo>
                  <a:lnTo>
                    <a:pt x="2560" y="606"/>
                  </a:lnTo>
                  <a:lnTo>
                    <a:pt x="2560" y="34"/>
                  </a:lnTo>
                  <a:lnTo>
                    <a:pt x="2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3"/>
            <p:cNvSpPr/>
            <p:nvPr/>
          </p:nvSpPr>
          <p:spPr>
            <a:xfrm>
              <a:off x="2375595" y="4948875"/>
              <a:ext cx="125694" cy="125694"/>
            </a:xfrm>
            <a:custGeom>
              <a:avLst/>
              <a:gdLst/>
              <a:ahLst/>
              <a:cxnLst/>
              <a:rect l="l" t="t" r="r" b="b"/>
              <a:pathLst>
                <a:path w="2526" h="2526" extrusionOk="0">
                  <a:moveTo>
                    <a:pt x="2323" y="135"/>
                  </a:moveTo>
                  <a:lnTo>
                    <a:pt x="2323" y="606"/>
                  </a:lnTo>
                  <a:lnTo>
                    <a:pt x="2290" y="1078"/>
                  </a:lnTo>
                  <a:lnTo>
                    <a:pt x="2323" y="1381"/>
                  </a:lnTo>
                  <a:lnTo>
                    <a:pt x="2357" y="1684"/>
                  </a:lnTo>
                  <a:lnTo>
                    <a:pt x="2391" y="1852"/>
                  </a:lnTo>
                  <a:lnTo>
                    <a:pt x="2391" y="2054"/>
                  </a:lnTo>
                  <a:lnTo>
                    <a:pt x="2357" y="2223"/>
                  </a:lnTo>
                  <a:lnTo>
                    <a:pt x="2290" y="2290"/>
                  </a:lnTo>
                  <a:lnTo>
                    <a:pt x="2222" y="2324"/>
                  </a:lnTo>
                  <a:lnTo>
                    <a:pt x="2054" y="2357"/>
                  </a:lnTo>
                  <a:lnTo>
                    <a:pt x="1886" y="2391"/>
                  </a:lnTo>
                  <a:lnTo>
                    <a:pt x="1010" y="2391"/>
                  </a:lnTo>
                  <a:lnTo>
                    <a:pt x="775" y="2357"/>
                  </a:lnTo>
                  <a:lnTo>
                    <a:pt x="539" y="2324"/>
                  </a:lnTo>
                  <a:lnTo>
                    <a:pt x="236" y="2324"/>
                  </a:lnTo>
                  <a:lnTo>
                    <a:pt x="202" y="2290"/>
                  </a:lnTo>
                  <a:lnTo>
                    <a:pt x="169" y="2256"/>
                  </a:lnTo>
                  <a:lnTo>
                    <a:pt x="135" y="2088"/>
                  </a:lnTo>
                  <a:lnTo>
                    <a:pt x="135" y="1617"/>
                  </a:lnTo>
                  <a:lnTo>
                    <a:pt x="202" y="1145"/>
                  </a:lnTo>
                  <a:lnTo>
                    <a:pt x="202" y="640"/>
                  </a:lnTo>
                  <a:lnTo>
                    <a:pt x="169" y="438"/>
                  </a:lnTo>
                  <a:lnTo>
                    <a:pt x="135" y="202"/>
                  </a:lnTo>
                  <a:lnTo>
                    <a:pt x="674" y="169"/>
                  </a:lnTo>
                  <a:lnTo>
                    <a:pt x="1212" y="202"/>
                  </a:lnTo>
                  <a:lnTo>
                    <a:pt x="1785" y="169"/>
                  </a:lnTo>
                  <a:lnTo>
                    <a:pt x="2323" y="135"/>
                  </a:lnTo>
                  <a:close/>
                  <a:moveTo>
                    <a:pt x="2357" y="0"/>
                  </a:moveTo>
                  <a:lnTo>
                    <a:pt x="2088" y="34"/>
                  </a:lnTo>
                  <a:lnTo>
                    <a:pt x="1785" y="68"/>
                  </a:lnTo>
                  <a:lnTo>
                    <a:pt x="1212" y="68"/>
                  </a:lnTo>
                  <a:lnTo>
                    <a:pt x="640" y="34"/>
                  </a:lnTo>
                  <a:lnTo>
                    <a:pt x="68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68" y="202"/>
                  </a:lnTo>
                  <a:lnTo>
                    <a:pt x="34" y="741"/>
                  </a:lnTo>
                  <a:lnTo>
                    <a:pt x="34" y="1280"/>
                  </a:lnTo>
                  <a:lnTo>
                    <a:pt x="0" y="1852"/>
                  </a:lnTo>
                  <a:lnTo>
                    <a:pt x="0" y="2122"/>
                  </a:lnTo>
                  <a:lnTo>
                    <a:pt x="34" y="2391"/>
                  </a:lnTo>
                  <a:lnTo>
                    <a:pt x="34" y="2458"/>
                  </a:lnTo>
                  <a:lnTo>
                    <a:pt x="438" y="2458"/>
                  </a:lnTo>
                  <a:lnTo>
                    <a:pt x="775" y="2492"/>
                  </a:lnTo>
                  <a:lnTo>
                    <a:pt x="1448" y="2526"/>
                  </a:lnTo>
                  <a:lnTo>
                    <a:pt x="1953" y="2526"/>
                  </a:lnTo>
                  <a:lnTo>
                    <a:pt x="2189" y="2492"/>
                  </a:lnTo>
                  <a:lnTo>
                    <a:pt x="2290" y="2458"/>
                  </a:lnTo>
                  <a:lnTo>
                    <a:pt x="2391" y="2391"/>
                  </a:lnTo>
                  <a:lnTo>
                    <a:pt x="2458" y="2324"/>
                  </a:lnTo>
                  <a:lnTo>
                    <a:pt x="2492" y="2223"/>
                  </a:lnTo>
                  <a:lnTo>
                    <a:pt x="2525" y="2021"/>
                  </a:lnTo>
                  <a:lnTo>
                    <a:pt x="2525" y="1819"/>
                  </a:lnTo>
                  <a:lnTo>
                    <a:pt x="2492" y="1617"/>
                  </a:lnTo>
                  <a:lnTo>
                    <a:pt x="2458" y="1347"/>
                  </a:lnTo>
                  <a:lnTo>
                    <a:pt x="2424" y="1078"/>
                  </a:lnTo>
                  <a:lnTo>
                    <a:pt x="2458" y="573"/>
                  </a:lnTo>
                  <a:lnTo>
                    <a:pt x="2458" y="337"/>
                  </a:lnTo>
                  <a:lnTo>
                    <a:pt x="2458" y="68"/>
                  </a:lnTo>
                  <a:lnTo>
                    <a:pt x="2424" y="34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33"/>
            <p:cNvSpPr/>
            <p:nvPr/>
          </p:nvSpPr>
          <p:spPr>
            <a:xfrm>
              <a:off x="3684034" y="4945541"/>
              <a:ext cx="129028" cy="129028"/>
            </a:xfrm>
            <a:custGeom>
              <a:avLst/>
              <a:gdLst/>
              <a:ahLst/>
              <a:cxnLst/>
              <a:rect l="l" t="t" r="r" b="b"/>
              <a:pathLst>
                <a:path w="2593" h="2593" extrusionOk="0">
                  <a:moveTo>
                    <a:pt x="606" y="101"/>
                  </a:moveTo>
                  <a:lnTo>
                    <a:pt x="1111" y="135"/>
                  </a:lnTo>
                  <a:lnTo>
                    <a:pt x="1616" y="168"/>
                  </a:lnTo>
                  <a:lnTo>
                    <a:pt x="2121" y="202"/>
                  </a:lnTo>
                  <a:lnTo>
                    <a:pt x="2256" y="236"/>
                  </a:lnTo>
                  <a:lnTo>
                    <a:pt x="2357" y="269"/>
                  </a:lnTo>
                  <a:lnTo>
                    <a:pt x="2390" y="370"/>
                  </a:lnTo>
                  <a:lnTo>
                    <a:pt x="2424" y="471"/>
                  </a:lnTo>
                  <a:lnTo>
                    <a:pt x="2458" y="707"/>
                  </a:lnTo>
                  <a:lnTo>
                    <a:pt x="2458" y="943"/>
                  </a:lnTo>
                  <a:lnTo>
                    <a:pt x="2424" y="1482"/>
                  </a:lnTo>
                  <a:lnTo>
                    <a:pt x="2390" y="2020"/>
                  </a:lnTo>
                  <a:lnTo>
                    <a:pt x="2357" y="2189"/>
                  </a:lnTo>
                  <a:lnTo>
                    <a:pt x="2289" y="2290"/>
                  </a:lnTo>
                  <a:lnTo>
                    <a:pt x="2188" y="2391"/>
                  </a:lnTo>
                  <a:lnTo>
                    <a:pt x="2087" y="2424"/>
                  </a:lnTo>
                  <a:lnTo>
                    <a:pt x="1953" y="2458"/>
                  </a:lnTo>
                  <a:lnTo>
                    <a:pt x="1818" y="2458"/>
                  </a:lnTo>
                  <a:lnTo>
                    <a:pt x="1549" y="2424"/>
                  </a:lnTo>
                  <a:lnTo>
                    <a:pt x="943" y="2391"/>
                  </a:lnTo>
                  <a:lnTo>
                    <a:pt x="539" y="2357"/>
                  </a:lnTo>
                  <a:lnTo>
                    <a:pt x="337" y="2323"/>
                  </a:lnTo>
                  <a:lnTo>
                    <a:pt x="236" y="2256"/>
                  </a:lnTo>
                  <a:lnTo>
                    <a:pt x="202" y="2189"/>
                  </a:lnTo>
                  <a:lnTo>
                    <a:pt x="135" y="1953"/>
                  </a:lnTo>
                  <a:lnTo>
                    <a:pt x="101" y="1717"/>
                  </a:lnTo>
                  <a:lnTo>
                    <a:pt x="101" y="1212"/>
                  </a:lnTo>
                  <a:lnTo>
                    <a:pt x="135" y="707"/>
                  </a:lnTo>
                  <a:lnTo>
                    <a:pt x="135" y="202"/>
                  </a:lnTo>
                  <a:lnTo>
                    <a:pt x="370" y="135"/>
                  </a:lnTo>
                  <a:lnTo>
                    <a:pt x="606" y="101"/>
                  </a:lnTo>
                  <a:close/>
                  <a:moveTo>
                    <a:pt x="438" y="0"/>
                  </a:moveTo>
                  <a:lnTo>
                    <a:pt x="67" y="67"/>
                  </a:lnTo>
                  <a:lnTo>
                    <a:pt x="34" y="101"/>
                  </a:lnTo>
                  <a:lnTo>
                    <a:pt x="34" y="135"/>
                  </a:lnTo>
                  <a:lnTo>
                    <a:pt x="34" y="168"/>
                  </a:lnTo>
                  <a:lnTo>
                    <a:pt x="0" y="842"/>
                  </a:lnTo>
                  <a:lnTo>
                    <a:pt x="0" y="1515"/>
                  </a:lnTo>
                  <a:lnTo>
                    <a:pt x="0" y="1717"/>
                  </a:lnTo>
                  <a:lnTo>
                    <a:pt x="0" y="1987"/>
                  </a:lnTo>
                  <a:lnTo>
                    <a:pt x="34" y="2121"/>
                  </a:lnTo>
                  <a:lnTo>
                    <a:pt x="67" y="2256"/>
                  </a:lnTo>
                  <a:lnTo>
                    <a:pt x="135" y="2357"/>
                  </a:lnTo>
                  <a:lnTo>
                    <a:pt x="236" y="2424"/>
                  </a:lnTo>
                  <a:lnTo>
                    <a:pt x="337" y="2458"/>
                  </a:lnTo>
                  <a:lnTo>
                    <a:pt x="438" y="2492"/>
                  </a:lnTo>
                  <a:lnTo>
                    <a:pt x="673" y="2492"/>
                  </a:lnTo>
                  <a:lnTo>
                    <a:pt x="1178" y="2559"/>
                  </a:lnTo>
                  <a:lnTo>
                    <a:pt x="1650" y="2559"/>
                  </a:lnTo>
                  <a:lnTo>
                    <a:pt x="1885" y="2593"/>
                  </a:lnTo>
                  <a:lnTo>
                    <a:pt x="2121" y="2559"/>
                  </a:lnTo>
                  <a:lnTo>
                    <a:pt x="2222" y="2525"/>
                  </a:lnTo>
                  <a:lnTo>
                    <a:pt x="2323" y="2492"/>
                  </a:lnTo>
                  <a:lnTo>
                    <a:pt x="2390" y="2391"/>
                  </a:lnTo>
                  <a:lnTo>
                    <a:pt x="2458" y="2290"/>
                  </a:lnTo>
                  <a:lnTo>
                    <a:pt x="2525" y="1987"/>
                  </a:lnTo>
                  <a:lnTo>
                    <a:pt x="2559" y="1684"/>
                  </a:lnTo>
                  <a:lnTo>
                    <a:pt x="2559" y="1044"/>
                  </a:lnTo>
                  <a:lnTo>
                    <a:pt x="2592" y="572"/>
                  </a:lnTo>
                  <a:lnTo>
                    <a:pt x="2559" y="370"/>
                  </a:lnTo>
                  <a:lnTo>
                    <a:pt x="2525" y="236"/>
                  </a:lnTo>
                  <a:lnTo>
                    <a:pt x="2458" y="168"/>
                  </a:lnTo>
                  <a:lnTo>
                    <a:pt x="2357" y="101"/>
                  </a:lnTo>
                  <a:lnTo>
                    <a:pt x="2256" y="67"/>
                  </a:lnTo>
                  <a:lnTo>
                    <a:pt x="1986" y="34"/>
                  </a:lnTo>
                  <a:lnTo>
                    <a:pt x="1481" y="34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3"/>
            <p:cNvSpPr/>
            <p:nvPr/>
          </p:nvSpPr>
          <p:spPr>
            <a:xfrm>
              <a:off x="3735934" y="5022569"/>
              <a:ext cx="25179" cy="31896"/>
            </a:xfrm>
            <a:custGeom>
              <a:avLst/>
              <a:gdLst/>
              <a:ahLst/>
              <a:cxnLst/>
              <a:rect l="l" t="t" r="r" b="b"/>
              <a:pathLst>
                <a:path w="506" h="641" extrusionOk="0">
                  <a:moveTo>
                    <a:pt x="270" y="136"/>
                  </a:moveTo>
                  <a:lnTo>
                    <a:pt x="371" y="169"/>
                  </a:lnTo>
                  <a:lnTo>
                    <a:pt x="304" y="237"/>
                  </a:lnTo>
                  <a:lnTo>
                    <a:pt x="270" y="270"/>
                  </a:lnTo>
                  <a:lnTo>
                    <a:pt x="169" y="270"/>
                  </a:lnTo>
                  <a:lnTo>
                    <a:pt x="135" y="203"/>
                  </a:lnTo>
                  <a:lnTo>
                    <a:pt x="135" y="136"/>
                  </a:lnTo>
                  <a:close/>
                  <a:moveTo>
                    <a:pt x="203" y="1"/>
                  </a:moveTo>
                  <a:lnTo>
                    <a:pt x="135" y="35"/>
                  </a:lnTo>
                  <a:lnTo>
                    <a:pt x="68" y="68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68" y="338"/>
                  </a:lnTo>
                  <a:lnTo>
                    <a:pt x="203" y="405"/>
                  </a:lnTo>
                  <a:lnTo>
                    <a:pt x="304" y="405"/>
                  </a:lnTo>
                  <a:lnTo>
                    <a:pt x="270" y="439"/>
                  </a:lnTo>
                  <a:lnTo>
                    <a:pt x="236" y="506"/>
                  </a:lnTo>
                  <a:lnTo>
                    <a:pt x="203" y="472"/>
                  </a:lnTo>
                  <a:lnTo>
                    <a:pt x="135" y="472"/>
                  </a:lnTo>
                  <a:lnTo>
                    <a:pt x="135" y="573"/>
                  </a:lnTo>
                  <a:lnTo>
                    <a:pt x="169" y="641"/>
                  </a:lnTo>
                  <a:lnTo>
                    <a:pt x="236" y="641"/>
                  </a:lnTo>
                  <a:lnTo>
                    <a:pt x="304" y="607"/>
                  </a:lnTo>
                  <a:lnTo>
                    <a:pt x="371" y="540"/>
                  </a:lnTo>
                  <a:lnTo>
                    <a:pt x="438" y="439"/>
                  </a:lnTo>
                  <a:lnTo>
                    <a:pt x="472" y="304"/>
                  </a:lnTo>
                  <a:lnTo>
                    <a:pt x="506" y="203"/>
                  </a:lnTo>
                  <a:lnTo>
                    <a:pt x="472" y="169"/>
                  </a:lnTo>
                  <a:lnTo>
                    <a:pt x="405" y="136"/>
                  </a:lnTo>
                  <a:lnTo>
                    <a:pt x="371" y="68"/>
                  </a:lnTo>
                  <a:lnTo>
                    <a:pt x="304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33"/>
            <p:cNvSpPr/>
            <p:nvPr/>
          </p:nvSpPr>
          <p:spPr>
            <a:xfrm>
              <a:off x="2422469" y="5014210"/>
              <a:ext cx="25179" cy="20153"/>
            </a:xfrm>
            <a:custGeom>
              <a:avLst/>
              <a:gdLst/>
              <a:ahLst/>
              <a:cxnLst/>
              <a:rect l="l" t="t" r="r" b="b"/>
              <a:pathLst>
                <a:path w="506" h="405" extrusionOk="0">
                  <a:moveTo>
                    <a:pt x="203" y="102"/>
                  </a:moveTo>
                  <a:lnTo>
                    <a:pt x="203" y="135"/>
                  </a:lnTo>
                  <a:lnTo>
                    <a:pt x="237" y="169"/>
                  </a:lnTo>
                  <a:lnTo>
                    <a:pt x="338" y="135"/>
                  </a:lnTo>
                  <a:lnTo>
                    <a:pt x="203" y="270"/>
                  </a:lnTo>
                  <a:lnTo>
                    <a:pt x="136" y="304"/>
                  </a:lnTo>
                  <a:lnTo>
                    <a:pt x="102" y="304"/>
                  </a:lnTo>
                  <a:lnTo>
                    <a:pt x="136" y="203"/>
                  </a:lnTo>
                  <a:lnTo>
                    <a:pt x="169" y="135"/>
                  </a:lnTo>
                  <a:lnTo>
                    <a:pt x="203" y="102"/>
                  </a:lnTo>
                  <a:close/>
                  <a:moveTo>
                    <a:pt x="169" y="1"/>
                  </a:moveTo>
                  <a:lnTo>
                    <a:pt x="102" y="68"/>
                  </a:lnTo>
                  <a:lnTo>
                    <a:pt x="35" y="102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68" y="405"/>
                  </a:lnTo>
                  <a:lnTo>
                    <a:pt x="237" y="405"/>
                  </a:lnTo>
                  <a:lnTo>
                    <a:pt x="371" y="304"/>
                  </a:lnTo>
                  <a:lnTo>
                    <a:pt x="439" y="236"/>
                  </a:lnTo>
                  <a:lnTo>
                    <a:pt x="506" y="169"/>
                  </a:lnTo>
                  <a:lnTo>
                    <a:pt x="506" y="102"/>
                  </a:lnTo>
                  <a:lnTo>
                    <a:pt x="472" y="34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33"/>
            <p:cNvSpPr/>
            <p:nvPr/>
          </p:nvSpPr>
          <p:spPr>
            <a:xfrm>
              <a:off x="3898450" y="5089596"/>
              <a:ext cx="134053" cy="57025"/>
            </a:xfrm>
            <a:custGeom>
              <a:avLst/>
              <a:gdLst/>
              <a:ahLst/>
              <a:cxnLst/>
              <a:rect l="l" t="t" r="r" b="b"/>
              <a:pathLst>
                <a:path w="2694" h="1146" extrusionOk="0">
                  <a:moveTo>
                    <a:pt x="1549" y="1"/>
                  </a:moveTo>
                  <a:lnTo>
                    <a:pt x="1112" y="34"/>
                  </a:lnTo>
                  <a:lnTo>
                    <a:pt x="337" y="34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34" y="169"/>
                  </a:lnTo>
                  <a:lnTo>
                    <a:pt x="1" y="304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35" y="741"/>
                  </a:lnTo>
                  <a:lnTo>
                    <a:pt x="135" y="337"/>
                  </a:lnTo>
                  <a:lnTo>
                    <a:pt x="135" y="203"/>
                  </a:lnTo>
                  <a:lnTo>
                    <a:pt x="506" y="169"/>
                  </a:lnTo>
                  <a:lnTo>
                    <a:pt x="876" y="135"/>
                  </a:lnTo>
                  <a:lnTo>
                    <a:pt x="1246" y="169"/>
                  </a:lnTo>
                  <a:lnTo>
                    <a:pt x="1583" y="135"/>
                  </a:lnTo>
                  <a:lnTo>
                    <a:pt x="1953" y="135"/>
                  </a:lnTo>
                  <a:lnTo>
                    <a:pt x="2155" y="169"/>
                  </a:lnTo>
                  <a:lnTo>
                    <a:pt x="2324" y="203"/>
                  </a:lnTo>
                  <a:lnTo>
                    <a:pt x="2425" y="236"/>
                  </a:lnTo>
                  <a:lnTo>
                    <a:pt x="2492" y="304"/>
                  </a:lnTo>
                  <a:lnTo>
                    <a:pt x="2526" y="405"/>
                  </a:lnTo>
                  <a:lnTo>
                    <a:pt x="2559" y="506"/>
                  </a:lnTo>
                  <a:lnTo>
                    <a:pt x="2559" y="741"/>
                  </a:lnTo>
                  <a:lnTo>
                    <a:pt x="2559" y="943"/>
                  </a:lnTo>
                  <a:lnTo>
                    <a:pt x="2526" y="1145"/>
                  </a:lnTo>
                  <a:lnTo>
                    <a:pt x="2660" y="1145"/>
                  </a:lnTo>
                  <a:lnTo>
                    <a:pt x="2694" y="876"/>
                  </a:lnTo>
                  <a:lnTo>
                    <a:pt x="2694" y="539"/>
                  </a:lnTo>
                  <a:lnTo>
                    <a:pt x="2660" y="337"/>
                  </a:lnTo>
                  <a:lnTo>
                    <a:pt x="2593" y="203"/>
                  </a:lnTo>
                  <a:lnTo>
                    <a:pt x="2458" y="102"/>
                  </a:lnTo>
                  <a:lnTo>
                    <a:pt x="2324" y="68"/>
                  </a:lnTo>
                  <a:lnTo>
                    <a:pt x="2155" y="34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33"/>
            <p:cNvSpPr/>
            <p:nvPr/>
          </p:nvSpPr>
          <p:spPr>
            <a:xfrm>
              <a:off x="2714012" y="5019235"/>
              <a:ext cx="28512" cy="31896"/>
            </a:xfrm>
            <a:custGeom>
              <a:avLst/>
              <a:gdLst/>
              <a:ahLst/>
              <a:cxnLst/>
              <a:rect l="l" t="t" r="r" b="b"/>
              <a:pathLst>
                <a:path w="573" h="641" extrusionOk="0">
                  <a:moveTo>
                    <a:pt x="303" y="1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270" y="135"/>
                  </a:lnTo>
                  <a:lnTo>
                    <a:pt x="371" y="102"/>
                  </a:lnTo>
                  <a:lnTo>
                    <a:pt x="438" y="135"/>
                  </a:lnTo>
                  <a:lnTo>
                    <a:pt x="202" y="337"/>
                  </a:lnTo>
                  <a:lnTo>
                    <a:pt x="34" y="506"/>
                  </a:lnTo>
                  <a:lnTo>
                    <a:pt x="0" y="539"/>
                  </a:lnTo>
                  <a:lnTo>
                    <a:pt x="0" y="607"/>
                  </a:lnTo>
                  <a:lnTo>
                    <a:pt x="34" y="607"/>
                  </a:lnTo>
                  <a:lnTo>
                    <a:pt x="101" y="640"/>
                  </a:lnTo>
                  <a:lnTo>
                    <a:pt x="404" y="573"/>
                  </a:lnTo>
                  <a:lnTo>
                    <a:pt x="539" y="573"/>
                  </a:lnTo>
                  <a:lnTo>
                    <a:pt x="573" y="539"/>
                  </a:lnTo>
                  <a:lnTo>
                    <a:pt x="573" y="472"/>
                  </a:lnTo>
                  <a:lnTo>
                    <a:pt x="539" y="438"/>
                  </a:lnTo>
                  <a:lnTo>
                    <a:pt x="404" y="438"/>
                  </a:lnTo>
                  <a:lnTo>
                    <a:pt x="270" y="472"/>
                  </a:lnTo>
                  <a:lnTo>
                    <a:pt x="539" y="203"/>
                  </a:lnTo>
                  <a:lnTo>
                    <a:pt x="573" y="169"/>
                  </a:lnTo>
                  <a:lnTo>
                    <a:pt x="573" y="135"/>
                  </a:lnTo>
                  <a:lnTo>
                    <a:pt x="539" y="68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33"/>
            <p:cNvSpPr/>
            <p:nvPr/>
          </p:nvSpPr>
          <p:spPr>
            <a:xfrm>
              <a:off x="2978686" y="4853385"/>
              <a:ext cx="132411" cy="82154"/>
            </a:xfrm>
            <a:custGeom>
              <a:avLst/>
              <a:gdLst/>
              <a:ahLst/>
              <a:cxnLst/>
              <a:rect l="l" t="t" r="r" b="b"/>
              <a:pathLst>
                <a:path w="2661" h="1651" extrusionOk="0">
                  <a:moveTo>
                    <a:pt x="943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8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5" y="1347"/>
                  </a:lnTo>
                  <a:lnTo>
                    <a:pt x="135" y="1179"/>
                  </a:lnTo>
                  <a:lnTo>
                    <a:pt x="135" y="909"/>
                  </a:lnTo>
                  <a:lnTo>
                    <a:pt x="135" y="573"/>
                  </a:lnTo>
                  <a:lnTo>
                    <a:pt x="102" y="236"/>
                  </a:lnTo>
                  <a:lnTo>
                    <a:pt x="135" y="236"/>
                  </a:lnTo>
                  <a:lnTo>
                    <a:pt x="236" y="169"/>
                  </a:lnTo>
                  <a:lnTo>
                    <a:pt x="337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4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4" y="1347"/>
                  </a:lnTo>
                  <a:lnTo>
                    <a:pt x="68" y="1448"/>
                  </a:lnTo>
                  <a:lnTo>
                    <a:pt x="135" y="1515"/>
                  </a:lnTo>
                  <a:lnTo>
                    <a:pt x="236" y="1583"/>
                  </a:lnTo>
                  <a:lnTo>
                    <a:pt x="472" y="1616"/>
                  </a:lnTo>
                  <a:lnTo>
                    <a:pt x="741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33"/>
            <p:cNvSpPr/>
            <p:nvPr/>
          </p:nvSpPr>
          <p:spPr>
            <a:xfrm>
              <a:off x="3611981" y="5086262"/>
              <a:ext cx="129028" cy="60359"/>
            </a:xfrm>
            <a:custGeom>
              <a:avLst/>
              <a:gdLst/>
              <a:ahLst/>
              <a:cxnLst/>
              <a:rect l="l" t="t" r="r" b="b"/>
              <a:pathLst>
                <a:path w="2593" h="1213" extrusionOk="0"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0" y="404"/>
                  </a:lnTo>
                  <a:lnTo>
                    <a:pt x="0" y="640"/>
                  </a:lnTo>
                  <a:lnTo>
                    <a:pt x="34" y="1078"/>
                  </a:lnTo>
                  <a:lnTo>
                    <a:pt x="34" y="1212"/>
                  </a:lnTo>
                  <a:lnTo>
                    <a:pt x="169" y="1212"/>
                  </a:lnTo>
                  <a:lnTo>
                    <a:pt x="169" y="741"/>
                  </a:lnTo>
                  <a:lnTo>
                    <a:pt x="135" y="472"/>
                  </a:lnTo>
                  <a:lnTo>
                    <a:pt x="135" y="236"/>
                  </a:lnTo>
                  <a:lnTo>
                    <a:pt x="909" y="202"/>
                  </a:lnTo>
                  <a:lnTo>
                    <a:pt x="1684" y="135"/>
                  </a:lnTo>
                  <a:lnTo>
                    <a:pt x="1953" y="135"/>
                  </a:lnTo>
                  <a:lnTo>
                    <a:pt x="2189" y="169"/>
                  </a:lnTo>
                  <a:lnTo>
                    <a:pt x="2323" y="202"/>
                  </a:lnTo>
                  <a:lnTo>
                    <a:pt x="2391" y="303"/>
                  </a:lnTo>
                  <a:lnTo>
                    <a:pt x="2424" y="404"/>
                  </a:lnTo>
                  <a:lnTo>
                    <a:pt x="2458" y="539"/>
                  </a:lnTo>
                  <a:lnTo>
                    <a:pt x="2458" y="876"/>
                  </a:lnTo>
                  <a:lnTo>
                    <a:pt x="2424" y="1212"/>
                  </a:lnTo>
                  <a:lnTo>
                    <a:pt x="2525" y="1212"/>
                  </a:lnTo>
                  <a:lnTo>
                    <a:pt x="2593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33"/>
            <p:cNvSpPr/>
            <p:nvPr/>
          </p:nvSpPr>
          <p:spPr>
            <a:xfrm>
              <a:off x="3427670" y="4851694"/>
              <a:ext cx="137437" cy="82154"/>
            </a:xfrm>
            <a:custGeom>
              <a:avLst/>
              <a:gdLst/>
              <a:ahLst/>
              <a:cxnLst/>
              <a:rect l="l" t="t" r="r" b="b"/>
              <a:pathLst>
                <a:path w="2762" h="1651" extrusionOk="0">
                  <a:moveTo>
                    <a:pt x="2593" y="135"/>
                  </a:moveTo>
                  <a:lnTo>
                    <a:pt x="2627" y="169"/>
                  </a:lnTo>
                  <a:lnTo>
                    <a:pt x="2661" y="169"/>
                  </a:lnTo>
                  <a:lnTo>
                    <a:pt x="2661" y="270"/>
                  </a:lnTo>
                  <a:lnTo>
                    <a:pt x="2627" y="573"/>
                  </a:lnTo>
                  <a:lnTo>
                    <a:pt x="2526" y="1145"/>
                  </a:lnTo>
                  <a:lnTo>
                    <a:pt x="2492" y="1314"/>
                  </a:lnTo>
                  <a:lnTo>
                    <a:pt x="2425" y="1415"/>
                  </a:lnTo>
                  <a:lnTo>
                    <a:pt x="2324" y="1448"/>
                  </a:lnTo>
                  <a:lnTo>
                    <a:pt x="2122" y="1482"/>
                  </a:lnTo>
                  <a:lnTo>
                    <a:pt x="1785" y="1516"/>
                  </a:lnTo>
                  <a:lnTo>
                    <a:pt x="1415" y="1482"/>
                  </a:lnTo>
                  <a:lnTo>
                    <a:pt x="843" y="1448"/>
                  </a:lnTo>
                  <a:lnTo>
                    <a:pt x="506" y="1448"/>
                  </a:lnTo>
                  <a:lnTo>
                    <a:pt x="337" y="1415"/>
                  </a:lnTo>
                  <a:lnTo>
                    <a:pt x="270" y="1381"/>
                  </a:lnTo>
                  <a:lnTo>
                    <a:pt x="203" y="1314"/>
                  </a:lnTo>
                  <a:lnTo>
                    <a:pt x="169" y="1246"/>
                  </a:lnTo>
                  <a:lnTo>
                    <a:pt x="135" y="1145"/>
                  </a:lnTo>
                  <a:lnTo>
                    <a:pt x="135" y="910"/>
                  </a:lnTo>
                  <a:lnTo>
                    <a:pt x="135" y="539"/>
                  </a:lnTo>
                  <a:lnTo>
                    <a:pt x="203" y="203"/>
                  </a:lnTo>
                  <a:lnTo>
                    <a:pt x="438" y="169"/>
                  </a:lnTo>
                  <a:lnTo>
                    <a:pt x="742" y="169"/>
                  </a:lnTo>
                  <a:lnTo>
                    <a:pt x="1213" y="135"/>
                  </a:lnTo>
                  <a:close/>
                  <a:moveTo>
                    <a:pt x="742" y="1"/>
                  </a:moveTo>
                  <a:lnTo>
                    <a:pt x="472" y="34"/>
                  </a:lnTo>
                  <a:lnTo>
                    <a:pt x="203" y="68"/>
                  </a:lnTo>
                  <a:lnTo>
                    <a:pt x="169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34" y="236"/>
                  </a:lnTo>
                  <a:lnTo>
                    <a:pt x="68" y="270"/>
                  </a:lnTo>
                  <a:lnTo>
                    <a:pt x="1" y="708"/>
                  </a:lnTo>
                  <a:lnTo>
                    <a:pt x="1" y="1145"/>
                  </a:lnTo>
                  <a:lnTo>
                    <a:pt x="34" y="1280"/>
                  </a:lnTo>
                  <a:lnTo>
                    <a:pt x="68" y="1381"/>
                  </a:lnTo>
                  <a:lnTo>
                    <a:pt x="135" y="1448"/>
                  </a:lnTo>
                  <a:lnTo>
                    <a:pt x="203" y="1516"/>
                  </a:lnTo>
                  <a:lnTo>
                    <a:pt x="472" y="1583"/>
                  </a:lnTo>
                  <a:lnTo>
                    <a:pt x="742" y="1617"/>
                  </a:lnTo>
                  <a:lnTo>
                    <a:pt x="1314" y="1650"/>
                  </a:lnTo>
                  <a:lnTo>
                    <a:pt x="1954" y="1650"/>
                  </a:lnTo>
                  <a:lnTo>
                    <a:pt x="2257" y="1617"/>
                  </a:lnTo>
                  <a:lnTo>
                    <a:pt x="2593" y="1549"/>
                  </a:lnTo>
                  <a:lnTo>
                    <a:pt x="2627" y="1516"/>
                  </a:lnTo>
                  <a:lnTo>
                    <a:pt x="2627" y="1482"/>
                  </a:lnTo>
                  <a:lnTo>
                    <a:pt x="2661" y="1145"/>
                  </a:lnTo>
                  <a:lnTo>
                    <a:pt x="2694" y="809"/>
                  </a:lnTo>
                  <a:lnTo>
                    <a:pt x="2728" y="472"/>
                  </a:lnTo>
                  <a:lnTo>
                    <a:pt x="2762" y="102"/>
                  </a:lnTo>
                  <a:lnTo>
                    <a:pt x="2762" y="68"/>
                  </a:lnTo>
                  <a:lnTo>
                    <a:pt x="2728" y="68"/>
                  </a:lnTo>
                  <a:lnTo>
                    <a:pt x="2324" y="34"/>
                  </a:lnTo>
                  <a:lnTo>
                    <a:pt x="1954" y="1"/>
                  </a:lnTo>
                  <a:lnTo>
                    <a:pt x="1146" y="34"/>
                  </a:lnTo>
                  <a:lnTo>
                    <a:pt x="7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33"/>
            <p:cNvSpPr/>
            <p:nvPr/>
          </p:nvSpPr>
          <p:spPr>
            <a:xfrm>
              <a:off x="2523034" y="4848360"/>
              <a:ext cx="134053" cy="83796"/>
            </a:xfrm>
            <a:custGeom>
              <a:avLst/>
              <a:gdLst/>
              <a:ahLst/>
              <a:cxnLst/>
              <a:rect l="l" t="t" r="r" b="b"/>
              <a:pathLst>
                <a:path w="2694" h="1684" extrusionOk="0">
                  <a:moveTo>
                    <a:pt x="707" y="135"/>
                  </a:moveTo>
                  <a:lnTo>
                    <a:pt x="976" y="202"/>
                  </a:lnTo>
                  <a:lnTo>
                    <a:pt x="1212" y="202"/>
                  </a:lnTo>
                  <a:lnTo>
                    <a:pt x="1885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5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69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236"/>
                  </a:lnTo>
                  <a:lnTo>
                    <a:pt x="168" y="202"/>
                  </a:lnTo>
                  <a:lnTo>
                    <a:pt x="168" y="169"/>
                  </a:lnTo>
                  <a:lnTo>
                    <a:pt x="438" y="135"/>
                  </a:lnTo>
                  <a:close/>
                  <a:moveTo>
                    <a:pt x="269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7" y="337"/>
                  </a:lnTo>
                  <a:lnTo>
                    <a:pt x="67" y="472"/>
                  </a:lnTo>
                  <a:lnTo>
                    <a:pt x="67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8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0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6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33"/>
            <p:cNvSpPr/>
            <p:nvPr/>
          </p:nvSpPr>
          <p:spPr>
            <a:xfrm>
              <a:off x="4178250" y="4846668"/>
              <a:ext cx="139079" cy="87180"/>
            </a:xfrm>
            <a:custGeom>
              <a:avLst/>
              <a:gdLst/>
              <a:ahLst/>
              <a:cxnLst/>
              <a:rect l="l" t="t" r="r" b="b"/>
              <a:pathLst>
                <a:path w="2795" h="1752" extrusionOk="0">
                  <a:moveTo>
                    <a:pt x="505" y="102"/>
                  </a:moveTo>
                  <a:lnTo>
                    <a:pt x="909" y="135"/>
                  </a:lnTo>
                  <a:lnTo>
                    <a:pt x="1380" y="169"/>
                  </a:lnTo>
                  <a:lnTo>
                    <a:pt x="1818" y="203"/>
                  </a:lnTo>
                  <a:lnTo>
                    <a:pt x="2155" y="236"/>
                  </a:lnTo>
                  <a:lnTo>
                    <a:pt x="2492" y="236"/>
                  </a:lnTo>
                  <a:lnTo>
                    <a:pt x="2559" y="270"/>
                  </a:lnTo>
                  <a:lnTo>
                    <a:pt x="2593" y="337"/>
                  </a:lnTo>
                  <a:lnTo>
                    <a:pt x="2660" y="607"/>
                  </a:lnTo>
                  <a:lnTo>
                    <a:pt x="2660" y="876"/>
                  </a:lnTo>
                  <a:lnTo>
                    <a:pt x="2660" y="1078"/>
                  </a:lnTo>
                  <a:lnTo>
                    <a:pt x="2660" y="1246"/>
                  </a:lnTo>
                  <a:lnTo>
                    <a:pt x="2626" y="1448"/>
                  </a:lnTo>
                  <a:lnTo>
                    <a:pt x="2593" y="1516"/>
                  </a:lnTo>
                  <a:lnTo>
                    <a:pt x="2559" y="1549"/>
                  </a:lnTo>
                  <a:lnTo>
                    <a:pt x="2424" y="1617"/>
                  </a:lnTo>
                  <a:lnTo>
                    <a:pt x="2155" y="1617"/>
                  </a:lnTo>
                  <a:lnTo>
                    <a:pt x="1717" y="1583"/>
                  </a:lnTo>
                  <a:lnTo>
                    <a:pt x="1481" y="1549"/>
                  </a:lnTo>
                  <a:lnTo>
                    <a:pt x="1279" y="1549"/>
                  </a:lnTo>
                  <a:lnTo>
                    <a:pt x="707" y="1617"/>
                  </a:lnTo>
                  <a:lnTo>
                    <a:pt x="471" y="1583"/>
                  </a:lnTo>
                  <a:lnTo>
                    <a:pt x="404" y="1583"/>
                  </a:lnTo>
                  <a:lnTo>
                    <a:pt x="370" y="1549"/>
                  </a:lnTo>
                  <a:lnTo>
                    <a:pt x="337" y="1482"/>
                  </a:lnTo>
                  <a:lnTo>
                    <a:pt x="303" y="1280"/>
                  </a:lnTo>
                  <a:lnTo>
                    <a:pt x="303" y="741"/>
                  </a:lnTo>
                  <a:lnTo>
                    <a:pt x="303" y="203"/>
                  </a:lnTo>
                  <a:lnTo>
                    <a:pt x="303" y="169"/>
                  </a:lnTo>
                  <a:lnTo>
                    <a:pt x="269" y="135"/>
                  </a:lnTo>
                  <a:lnTo>
                    <a:pt x="505" y="102"/>
                  </a:lnTo>
                  <a:close/>
                  <a:moveTo>
                    <a:pt x="337" y="1"/>
                  </a:moveTo>
                  <a:lnTo>
                    <a:pt x="168" y="34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67" y="236"/>
                  </a:lnTo>
                  <a:lnTo>
                    <a:pt x="101" y="203"/>
                  </a:lnTo>
                  <a:lnTo>
                    <a:pt x="202" y="169"/>
                  </a:lnTo>
                  <a:lnTo>
                    <a:pt x="236" y="152"/>
                  </a:lnTo>
                  <a:lnTo>
                    <a:pt x="236" y="169"/>
                  </a:lnTo>
                  <a:lnTo>
                    <a:pt x="168" y="506"/>
                  </a:lnTo>
                  <a:lnTo>
                    <a:pt x="135" y="809"/>
                  </a:lnTo>
                  <a:lnTo>
                    <a:pt x="135" y="1011"/>
                  </a:lnTo>
                  <a:lnTo>
                    <a:pt x="168" y="1213"/>
                  </a:lnTo>
                  <a:lnTo>
                    <a:pt x="168" y="1415"/>
                  </a:lnTo>
                  <a:lnTo>
                    <a:pt x="168" y="1617"/>
                  </a:lnTo>
                  <a:lnTo>
                    <a:pt x="202" y="1684"/>
                  </a:lnTo>
                  <a:lnTo>
                    <a:pt x="236" y="1684"/>
                  </a:lnTo>
                  <a:lnTo>
                    <a:pt x="539" y="1718"/>
                  </a:lnTo>
                  <a:lnTo>
                    <a:pt x="842" y="1718"/>
                  </a:lnTo>
                  <a:lnTo>
                    <a:pt x="1481" y="1684"/>
                  </a:lnTo>
                  <a:lnTo>
                    <a:pt x="1717" y="1718"/>
                  </a:lnTo>
                  <a:lnTo>
                    <a:pt x="1953" y="1751"/>
                  </a:lnTo>
                  <a:lnTo>
                    <a:pt x="2458" y="1751"/>
                  </a:lnTo>
                  <a:lnTo>
                    <a:pt x="2593" y="1684"/>
                  </a:lnTo>
                  <a:lnTo>
                    <a:pt x="2727" y="1583"/>
                  </a:lnTo>
                  <a:lnTo>
                    <a:pt x="2761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1" y="506"/>
                  </a:lnTo>
                  <a:lnTo>
                    <a:pt x="2694" y="304"/>
                  </a:lnTo>
                  <a:lnTo>
                    <a:pt x="2626" y="203"/>
                  </a:lnTo>
                  <a:lnTo>
                    <a:pt x="2559" y="135"/>
                  </a:lnTo>
                  <a:lnTo>
                    <a:pt x="2391" y="102"/>
                  </a:lnTo>
                  <a:lnTo>
                    <a:pt x="2222" y="135"/>
                  </a:lnTo>
                  <a:lnTo>
                    <a:pt x="2088" y="135"/>
                  </a:lnTo>
                  <a:lnTo>
                    <a:pt x="1919" y="102"/>
                  </a:lnTo>
                  <a:lnTo>
                    <a:pt x="1616" y="68"/>
                  </a:lnTo>
                  <a:lnTo>
                    <a:pt x="1145" y="34"/>
                  </a:lnTo>
                  <a:lnTo>
                    <a:pt x="6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3"/>
            <p:cNvSpPr/>
            <p:nvPr/>
          </p:nvSpPr>
          <p:spPr>
            <a:xfrm>
              <a:off x="3727574" y="4851694"/>
              <a:ext cx="139079" cy="80462"/>
            </a:xfrm>
            <a:custGeom>
              <a:avLst/>
              <a:gdLst/>
              <a:ahLst/>
              <a:cxnLst/>
              <a:rect l="l" t="t" r="r" b="b"/>
              <a:pathLst>
                <a:path w="2795" h="1617" extrusionOk="0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3"/>
            <p:cNvSpPr/>
            <p:nvPr/>
          </p:nvSpPr>
          <p:spPr>
            <a:xfrm>
              <a:off x="2667089" y="4943849"/>
              <a:ext cx="129028" cy="130720"/>
            </a:xfrm>
            <a:custGeom>
              <a:avLst/>
              <a:gdLst/>
              <a:ahLst/>
              <a:cxnLst/>
              <a:rect l="l" t="t" r="r" b="b"/>
              <a:pathLst>
                <a:path w="2593" h="2627" extrusionOk="0">
                  <a:moveTo>
                    <a:pt x="1953" y="135"/>
                  </a:moveTo>
                  <a:lnTo>
                    <a:pt x="2189" y="169"/>
                  </a:lnTo>
                  <a:lnTo>
                    <a:pt x="2324" y="202"/>
                  </a:lnTo>
                  <a:lnTo>
                    <a:pt x="2391" y="270"/>
                  </a:lnTo>
                  <a:lnTo>
                    <a:pt x="2425" y="404"/>
                  </a:lnTo>
                  <a:lnTo>
                    <a:pt x="2458" y="539"/>
                  </a:lnTo>
                  <a:lnTo>
                    <a:pt x="2458" y="775"/>
                  </a:lnTo>
                  <a:lnTo>
                    <a:pt x="2425" y="1010"/>
                  </a:lnTo>
                  <a:lnTo>
                    <a:pt x="2357" y="1516"/>
                  </a:lnTo>
                  <a:lnTo>
                    <a:pt x="2357" y="1751"/>
                  </a:lnTo>
                  <a:lnTo>
                    <a:pt x="2357" y="2088"/>
                  </a:lnTo>
                  <a:lnTo>
                    <a:pt x="2357" y="2223"/>
                  </a:lnTo>
                  <a:lnTo>
                    <a:pt x="2324" y="2357"/>
                  </a:lnTo>
                  <a:lnTo>
                    <a:pt x="2223" y="2425"/>
                  </a:lnTo>
                  <a:lnTo>
                    <a:pt x="2122" y="2458"/>
                  </a:lnTo>
                  <a:lnTo>
                    <a:pt x="1987" y="2458"/>
                  </a:lnTo>
                  <a:lnTo>
                    <a:pt x="1852" y="2425"/>
                  </a:lnTo>
                  <a:lnTo>
                    <a:pt x="1617" y="2357"/>
                  </a:lnTo>
                  <a:lnTo>
                    <a:pt x="1246" y="2357"/>
                  </a:lnTo>
                  <a:lnTo>
                    <a:pt x="910" y="2391"/>
                  </a:lnTo>
                  <a:lnTo>
                    <a:pt x="708" y="2425"/>
                  </a:lnTo>
                  <a:lnTo>
                    <a:pt x="472" y="2425"/>
                  </a:lnTo>
                  <a:lnTo>
                    <a:pt x="337" y="2391"/>
                  </a:lnTo>
                  <a:lnTo>
                    <a:pt x="270" y="2357"/>
                  </a:lnTo>
                  <a:lnTo>
                    <a:pt x="169" y="2290"/>
                  </a:lnTo>
                  <a:lnTo>
                    <a:pt x="135" y="2189"/>
                  </a:lnTo>
                  <a:lnTo>
                    <a:pt x="135" y="1819"/>
                  </a:lnTo>
                  <a:lnTo>
                    <a:pt x="135" y="1415"/>
                  </a:lnTo>
                  <a:lnTo>
                    <a:pt x="169" y="1078"/>
                  </a:lnTo>
                  <a:lnTo>
                    <a:pt x="135" y="741"/>
                  </a:lnTo>
                  <a:lnTo>
                    <a:pt x="135" y="472"/>
                  </a:lnTo>
                  <a:lnTo>
                    <a:pt x="135" y="202"/>
                  </a:lnTo>
                  <a:lnTo>
                    <a:pt x="910" y="202"/>
                  </a:lnTo>
                  <a:lnTo>
                    <a:pt x="1684" y="135"/>
                  </a:lnTo>
                  <a:close/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2"/>
                  </a:lnTo>
                  <a:lnTo>
                    <a:pt x="1" y="404"/>
                  </a:lnTo>
                  <a:lnTo>
                    <a:pt x="1" y="640"/>
                  </a:lnTo>
                  <a:lnTo>
                    <a:pt x="34" y="1078"/>
                  </a:lnTo>
                  <a:lnTo>
                    <a:pt x="1" y="1751"/>
                  </a:lnTo>
                  <a:lnTo>
                    <a:pt x="1" y="2088"/>
                  </a:lnTo>
                  <a:lnTo>
                    <a:pt x="34" y="2425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438" y="2526"/>
                  </a:lnTo>
                  <a:lnTo>
                    <a:pt x="775" y="2559"/>
                  </a:lnTo>
                  <a:lnTo>
                    <a:pt x="1482" y="2492"/>
                  </a:lnTo>
                  <a:lnTo>
                    <a:pt x="1684" y="2526"/>
                  </a:lnTo>
                  <a:lnTo>
                    <a:pt x="1920" y="2593"/>
                  </a:lnTo>
                  <a:lnTo>
                    <a:pt x="2189" y="2627"/>
                  </a:lnTo>
                  <a:lnTo>
                    <a:pt x="2290" y="2593"/>
                  </a:lnTo>
                  <a:lnTo>
                    <a:pt x="2357" y="2559"/>
                  </a:lnTo>
                  <a:lnTo>
                    <a:pt x="2425" y="2458"/>
                  </a:lnTo>
                  <a:lnTo>
                    <a:pt x="2458" y="2391"/>
                  </a:lnTo>
                  <a:lnTo>
                    <a:pt x="2492" y="2189"/>
                  </a:lnTo>
                  <a:lnTo>
                    <a:pt x="2492" y="1785"/>
                  </a:lnTo>
                  <a:lnTo>
                    <a:pt x="2492" y="1549"/>
                  </a:lnTo>
                  <a:lnTo>
                    <a:pt x="2526" y="1314"/>
                  </a:lnTo>
                  <a:lnTo>
                    <a:pt x="2559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33"/>
            <p:cNvSpPr/>
            <p:nvPr/>
          </p:nvSpPr>
          <p:spPr>
            <a:xfrm>
              <a:off x="2668781" y="4851694"/>
              <a:ext cx="139079" cy="80462"/>
            </a:xfrm>
            <a:custGeom>
              <a:avLst/>
              <a:gdLst/>
              <a:ahLst/>
              <a:cxnLst/>
              <a:rect l="l" t="t" r="r" b="b"/>
              <a:pathLst>
                <a:path w="2795" h="1617" extrusionOk="0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33"/>
            <p:cNvSpPr/>
            <p:nvPr/>
          </p:nvSpPr>
          <p:spPr>
            <a:xfrm>
              <a:off x="2737449" y="5089596"/>
              <a:ext cx="118976" cy="57025"/>
            </a:xfrm>
            <a:custGeom>
              <a:avLst/>
              <a:gdLst/>
              <a:ahLst/>
              <a:cxnLst/>
              <a:rect l="l" t="t" r="r" b="b"/>
              <a:pathLst>
                <a:path w="2391" h="1146" extrusionOk="0">
                  <a:moveTo>
                    <a:pt x="1011" y="1"/>
                  </a:moveTo>
                  <a:lnTo>
                    <a:pt x="607" y="34"/>
                  </a:lnTo>
                  <a:lnTo>
                    <a:pt x="337" y="68"/>
                  </a:lnTo>
                  <a:lnTo>
                    <a:pt x="236" y="102"/>
                  </a:lnTo>
                  <a:lnTo>
                    <a:pt x="102" y="169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34" y="607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69" y="842"/>
                  </a:lnTo>
                  <a:lnTo>
                    <a:pt x="169" y="539"/>
                  </a:lnTo>
                  <a:lnTo>
                    <a:pt x="203" y="371"/>
                  </a:lnTo>
                  <a:lnTo>
                    <a:pt x="236" y="304"/>
                  </a:lnTo>
                  <a:lnTo>
                    <a:pt x="304" y="236"/>
                  </a:lnTo>
                  <a:lnTo>
                    <a:pt x="506" y="169"/>
                  </a:lnTo>
                  <a:lnTo>
                    <a:pt x="741" y="135"/>
                  </a:lnTo>
                  <a:lnTo>
                    <a:pt x="1112" y="135"/>
                  </a:lnTo>
                  <a:lnTo>
                    <a:pt x="1516" y="169"/>
                  </a:lnTo>
                  <a:lnTo>
                    <a:pt x="1886" y="203"/>
                  </a:lnTo>
                  <a:lnTo>
                    <a:pt x="2256" y="304"/>
                  </a:lnTo>
                  <a:lnTo>
                    <a:pt x="2223" y="674"/>
                  </a:lnTo>
                  <a:lnTo>
                    <a:pt x="2256" y="1044"/>
                  </a:lnTo>
                  <a:lnTo>
                    <a:pt x="2223" y="1145"/>
                  </a:lnTo>
                  <a:lnTo>
                    <a:pt x="2391" y="1145"/>
                  </a:lnTo>
                  <a:lnTo>
                    <a:pt x="2391" y="977"/>
                  </a:lnTo>
                  <a:lnTo>
                    <a:pt x="2357" y="438"/>
                  </a:lnTo>
                  <a:lnTo>
                    <a:pt x="2357" y="304"/>
                  </a:lnTo>
                  <a:lnTo>
                    <a:pt x="2391" y="304"/>
                  </a:lnTo>
                  <a:lnTo>
                    <a:pt x="2391" y="236"/>
                  </a:lnTo>
                  <a:lnTo>
                    <a:pt x="2391" y="203"/>
                  </a:lnTo>
                  <a:lnTo>
                    <a:pt x="2357" y="169"/>
                  </a:lnTo>
                  <a:lnTo>
                    <a:pt x="2324" y="169"/>
                  </a:lnTo>
                  <a:lnTo>
                    <a:pt x="1920" y="68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33"/>
            <p:cNvSpPr/>
            <p:nvPr/>
          </p:nvSpPr>
          <p:spPr>
            <a:xfrm>
              <a:off x="3756037" y="5086262"/>
              <a:ext cx="122360" cy="60359"/>
            </a:xfrm>
            <a:custGeom>
              <a:avLst/>
              <a:gdLst/>
              <a:ahLst/>
              <a:cxnLst/>
              <a:rect l="l" t="t" r="r" b="b"/>
              <a:pathLst>
                <a:path w="2459" h="1213" extrusionOk="0">
                  <a:moveTo>
                    <a:pt x="2391" y="0"/>
                  </a:moveTo>
                  <a:lnTo>
                    <a:pt x="2021" y="34"/>
                  </a:lnTo>
                  <a:lnTo>
                    <a:pt x="1650" y="68"/>
                  </a:lnTo>
                  <a:lnTo>
                    <a:pt x="128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4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4" y="236"/>
                  </a:lnTo>
                  <a:lnTo>
                    <a:pt x="34" y="404"/>
                  </a:lnTo>
                  <a:lnTo>
                    <a:pt x="34" y="573"/>
                  </a:lnTo>
                  <a:lnTo>
                    <a:pt x="68" y="876"/>
                  </a:lnTo>
                  <a:lnTo>
                    <a:pt x="68" y="1212"/>
                  </a:lnTo>
                  <a:lnTo>
                    <a:pt x="203" y="1212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5" y="404"/>
                  </a:lnTo>
                  <a:lnTo>
                    <a:pt x="169" y="202"/>
                  </a:lnTo>
                  <a:lnTo>
                    <a:pt x="270" y="236"/>
                  </a:lnTo>
                  <a:lnTo>
                    <a:pt x="506" y="270"/>
                  </a:lnTo>
                  <a:lnTo>
                    <a:pt x="1145" y="236"/>
                  </a:lnTo>
                  <a:lnTo>
                    <a:pt x="2324" y="169"/>
                  </a:lnTo>
                  <a:lnTo>
                    <a:pt x="2324" y="674"/>
                  </a:lnTo>
                  <a:lnTo>
                    <a:pt x="2290" y="1212"/>
                  </a:lnTo>
                  <a:lnTo>
                    <a:pt x="2459" y="1212"/>
                  </a:lnTo>
                  <a:lnTo>
                    <a:pt x="2459" y="640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33"/>
            <p:cNvSpPr/>
            <p:nvPr/>
          </p:nvSpPr>
          <p:spPr>
            <a:xfrm>
              <a:off x="2821195" y="4848360"/>
              <a:ext cx="135795" cy="83796"/>
            </a:xfrm>
            <a:custGeom>
              <a:avLst/>
              <a:gdLst/>
              <a:ahLst/>
              <a:cxnLst/>
              <a:rect l="l" t="t" r="r" b="b"/>
              <a:pathLst>
                <a:path w="2729" h="1684" extrusionOk="0">
                  <a:moveTo>
                    <a:pt x="1853" y="101"/>
                  </a:moveTo>
                  <a:lnTo>
                    <a:pt x="2324" y="135"/>
                  </a:lnTo>
                  <a:lnTo>
                    <a:pt x="2391" y="169"/>
                  </a:lnTo>
                  <a:lnTo>
                    <a:pt x="2459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6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6" y="1246"/>
                  </a:lnTo>
                  <a:lnTo>
                    <a:pt x="2560" y="1448"/>
                  </a:lnTo>
                  <a:lnTo>
                    <a:pt x="1449" y="1515"/>
                  </a:lnTo>
                  <a:lnTo>
                    <a:pt x="304" y="1515"/>
                  </a:lnTo>
                  <a:lnTo>
                    <a:pt x="237" y="707"/>
                  </a:lnTo>
                  <a:lnTo>
                    <a:pt x="237" y="303"/>
                  </a:lnTo>
                  <a:lnTo>
                    <a:pt x="237" y="236"/>
                  </a:lnTo>
                  <a:lnTo>
                    <a:pt x="641" y="202"/>
                  </a:lnTo>
                  <a:lnTo>
                    <a:pt x="1045" y="169"/>
                  </a:lnTo>
                  <a:lnTo>
                    <a:pt x="1449" y="135"/>
                  </a:lnTo>
                  <a:lnTo>
                    <a:pt x="1853" y="101"/>
                  </a:lnTo>
                  <a:close/>
                  <a:moveTo>
                    <a:pt x="1146" y="0"/>
                  </a:moveTo>
                  <a:lnTo>
                    <a:pt x="708" y="68"/>
                  </a:lnTo>
                  <a:lnTo>
                    <a:pt x="237" y="101"/>
                  </a:lnTo>
                  <a:lnTo>
                    <a:pt x="237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35" y="202"/>
                  </a:lnTo>
                  <a:lnTo>
                    <a:pt x="68" y="236"/>
                  </a:lnTo>
                  <a:lnTo>
                    <a:pt x="136" y="236"/>
                  </a:lnTo>
                  <a:lnTo>
                    <a:pt x="102" y="573"/>
                  </a:lnTo>
                  <a:lnTo>
                    <a:pt x="102" y="909"/>
                  </a:lnTo>
                  <a:lnTo>
                    <a:pt x="169" y="1583"/>
                  </a:lnTo>
                  <a:lnTo>
                    <a:pt x="203" y="1650"/>
                  </a:lnTo>
                  <a:lnTo>
                    <a:pt x="237" y="1684"/>
                  </a:lnTo>
                  <a:lnTo>
                    <a:pt x="1449" y="1684"/>
                  </a:lnTo>
                  <a:lnTo>
                    <a:pt x="2661" y="1583"/>
                  </a:lnTo>
                  <a:lnTo>
                    <a:pt x="2694" y="1583"/>
                  </a:lnTo>
                  <a:lnTo>
                    <a:pt x="2728" y="1515"/>
                  </a:lnTo>
                  <a:lnTo>
                    <a:pt x="2661" y="1145"/>
                  </a:lnTo>
                  <a:lnTo>
                    <a:pt x="2627" y="808"/>
                  </a:lnTo>
                  <a:lnTo>
                    <a:pt x="2627" y="438"/>
                  </a:lnTo>
                  <a:lnTo>
                    <a:pt x="2627" y="101"/>
                  </a:lnTo>
                  <a:lnTo>
                    <a:pt x="2593" y="34"/>
                  </a:lnTo>
                  <a:lnTo>
                    <a:pt x="2560" y="34"/>
                  </a:lnTo>
                  <a:lnTo>
                    <a:pt x="18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33"/>
            <p:cNvSpPr/>
            <p:nvPr/>
          </p:nvSpPr>
          <p:spPr>
            <a:xfrm>
              <a:off x="3880039" y="4848360"/>
              <a:ext cx="135745" cy="83796"/>
            </a:xfrm>
            <a:custGeom>
              <a:avLst/>
              <a:gdLst/>
              <a:ahLst/>
              <a:cxnLst/>
              <a:rect l="l" t="t" r="r" b="b"/>
              <a:pathLst>
                <a:path w="2728" h="1684" extrusionOk="0">
                  <a:moveTo>
                    <a:pt x="1852" y="101"/>
                  </a:moveTo>
                  <a:lnTo>
                    <a:pt x="2323" y="135"/>
                  </a:lnTo>
                  <a:lnTo>
                    <a:pt x="2391" y="169"/>
                  </a:lnTo>
                  <a:lnTo>
                    <a:pt x="2458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5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5" y="1246"/>
                  </a:lnTo>
                  <a:lnTo>
                    <a:pt x="2559" y="1448"/>
                  </a:lnTo>
                  <a:lnTo>
                    <a:pt x="1448" y="1515"/>
                  </a:lnTo>
                  <a:lnTo>
                    <a:pt x="303" y="1515"/>
                  </a:lnTo>
                  <a:lnTo>
                    <a:pt x="236" y="707"/>
                  </a:lnTo>
                  <a:lnTo>
                    <a:pt x="236" y="303"/>
                  </a:lnTo>
                  <a:lnTo>
                    <a:pt x="236" y="236"/>
                  </a:lnTo>
                  <a:lnTo>
                    <a:pt x="640" y="202"/>
                  </a:lnTo>
                  <a:lnTo>
                    <a:pt x="1044" y="169"/>
                  </a:lnTo>
                  <a:lnTo>
                    <a:pt x="1448" y="135"/>
                  </a:lnTo>
                  <a:lnTo>
                    <a:pt x="1852" y="101"/>
                  </a:lnTo>
                  <a:close/>
                  <a:moveTo>
                    <a:pt x="1145" y="0"/>
                  </a:moveTo>
                  <a:lnTo>
                    <a:pt x="707" y="68"/>
                  </a:lnTo>
                  <a:lnTo>
                    <a:pt x="236" y="101"/>
                  </a:lnTo>
                  <a:lnTo>
                    <a:pt x="236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4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101" y="573"/>
                  </a:lnTo>
                  <a:lnTo>
                    <a:pt x="101" y="909"/>
                  </a:lnTo>
                  <a:lnTo>
                    <a:pt x="169" y="1583"/>
                  </a:lnTo>
                  <a:lnTo>
                    <a:pt x="202" y="1650"/>
                  </a:lnTo>
                  <a:lnTo>
                    <a:pt x="236" y="1684"/>
                  </a:lnTo>
                  <a:lnTo>
                    <a:pt x="1448" y="1684"/>
                  </a:lnTo>
                  <a:lnTo>
                    <a:pt x="2660" y="1583"/>
                  </a:lnTo>
                  <a:lnTo>
                    <a:pt x="2694" y="1583"/>
                  </a:lnTo>
                  <a:lnTo>
                    <a:pt x="2727" y="1515"/>
                  </a:lnTo>
                  <a:lnTo>
                    <a:pt x="2660" y="1145"/>
                  </a:lnTo>
                  <a:lnTo>
                    <a:pt x="2626" y="808"/>
                  </a:lnTo>
                  <a:lnTo>
                    <a:pt x="2626" y="438"/>
                  </a:lnTo>
                  <a:lnTo>
                    <a:pt x="2626" y="101"/>
                  </a:lnTo>
                  <a:lnTo>
                    <a:pt x="2593" y="34"/>
                  </a:lnTo>
                  <a:lnTo>
                    <a:pt x="255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33"/>
            <p:cNvSpPr/>
            <p:nvPr/>
          </p:nvSpPr>
          <p:spPr>
            <a:xfrm>
              <a:off x="4397692" y="5030979"/>
              <a:ext cx="48616" cy="23487"/>
            </a:xfrm>
            <a:custGeom>
              <a:avLst/>
              <a:gdLst/>
              <a:ahLst/>
              <a:cxnLst/>
              <a:rect l="l" t="t" r="r" b="b"/>
              <a:pathLst>
                <a:path w="977" h="472" extrusionOk="0">
                  <a:moveTo>
                    <a:pt x="371" y="0"/>
                  </a:moveTo>
                  <a:lnTo>
                    <a:pt x="270" y="34"/>
                  </a:lnTo>
                  <a:lnTo>
                    <a:pt x="169" y="101"/>
                  </a:lnTo>
                  <a:lnTo>
                    <a:pt x="68" y="135"/>
                  </a:lnTo>
                  <a:lnTo>
                    <a:pt x="1" y="202"/>
                  </a:lnTo>
                  <a:lnTo>
                    <a:pt x="1" y="236"/>
                  </a:lnTo>
                  <a:lnTo>
                    <a:pt x="1" y="303"/>
                  </a:lnTo>
                  <a:lnTo>
                    <a:pt x="34" y="371"/>
                  </a:lnTo>
                  <a:lnTo>
                    <a:pt x="102" y="404"/>
                  </a:lnTo>
                  <a:lnTo>
                    <a:pt x="270" y="472"/>
                  </a:lnTo>
                  <a:lnTo>
                    <a:pt x="337" y="472"/>
                  </a:lnTo>
                  <a:lnTo>
                    <a:pt x="371" y="438"/>
                  </a:lnTo>
                  <a:lnTo>
                    <a:pt x="337" y="371"/>
                  </a:lnTo>
                  <a:lnTo>
                    <a:pt x="304" y="337"/>
                  </a:lnTo>
                  <a:lnTo>
                    <a:pt x="708" y="337"/>
                  </a:lnTo>
                  <a:lnTo>
                    <a:pt x="910" y="303"/>
                  </a:lnTo>
                  <a:lnTo>
                    <a:pt x="943" y="270"/>
                  </a:lnTo>
                  <a:lnTo>
                    <a:pt x="977" y="236"/>
                  </a:lnTo>
                  <a:lnTo>
                    <a:pt x="943" y="202"/>
                  </a:lnTo>
                  <a:lnTo>
                    <a:pt x="910" y="169"/>
                  </a:lnTo>
                  <a:lnTo>
                    <a:pt x="506" y="202"/>
                  </a:lnTo>
                  <a:lnTo>
                    <a:pt x="236" y="202"/>
                  </a:lnTo>
                  <a:lnTo>
                    <a:pt x="304" y="169"/>
                  </a:lnTo>
                  <a:lnTo>
                    <a:pt x="405" y="101"/>
                  </a:lnTo>
                  <a:lnTo>
                    <a:pt x="438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33"/>
            <p:cNvSpPr/>
            <p:nvPr/>
          </p:nvSpPr>
          <p:spPr>
            <a:xfrm>
              <a:off x="4332357" y="4850051"/>
              <a:ext cx="135745" cy="83796"/>
            </a:xfrm>
            <a:custGeom>
              <a:avLst/>
              <a:gdLst/>
              <a:ahLst/>
              <a:cxnLst/>
              <a:rect l="l" t="t" r="r" b="b"/>
              <a:pathLst>
                <a:path w="2728" h="1684" extrusionOk="0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7" y="1549"/>
                  </a:lnTo>
                  <a:lnTo>
                    <a:pt x="910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4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3" y="707"/>
                  </a:lnTo>
                  <a:lnTo>
                    <a:pt x="203" y="438"/>
                  </a:lnTo>
                  <a:lnTo>
                    <a:pt x="236" y="303"/>
                  </a:lnTo>
                  <a:lnTo>
                    <a:pt x="203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1" y="67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8"/>
                  </a:lnTo>
                  <a:lnTo>
                    <a:pt x="102" y="168"/>
                  </a:lnTo>
                  <a:lnTo>
                    <a:pt x="102" y="202"/>
                  </a:lnTo>
                  <a:lnTo>
                    <a:pt x="102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2" y="1111"/>
                  </a:lnTo>
                  <a:lnTo>
                    <a:pt x="203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8" y="1549"/>
                  </a:lnTo>
                  <a:lnTo>
                    <a:pt x="2728" y="909"/>
                  </a:lnTo>
                  <a:lnTo>
                    <a:pt x="2728" y="572"/>
                  </a:lnTo>
                  <a:lnTo>
                    <a:pt x="2660" y="269"/>
                  </a:lnTo>
                  <a:lnTo>
                    <a:pt x="2627" y="168"/>
                  </a:lnTo>
                  <a:lnTo>
                    <a:pt x="2526" y="135"/>
                  </a:lnTo>
                  <a:lnTo>
                    <a:pt x="2425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33"/>
            <p:cNvSpPr/>
            <p:nvPr/>
          </p:nvSpPr>
          <p:spPr>
            <a:xfrm>
              <a:off x="4260304" y="4945541"/>
              <a:ext cx="206106" cy="129028"/>
            </a:xfrm>
            <a:custGeom>
              <a:avLst/>
              <a:gdLst/>
              <a:ahLst/>
              <a:cxnLst/>
              <a:rect l="l" t="t" r="r" b="b"/>
              <a:pathLst>
                <a:path w="4142" h="2593" extrusionOk="0">
                  <a:moveTo>
                    <a:pt x="2661" y="135"/>
                  </a:moveTo>
                  <a:lnTo>
                    <a:pt x="3772" y="168"/>
                  </a:lnTo>
                  <a:lnTo>
                    <a:pt x="3873" y="168"/>
                  </a:lnTo>
                  <a:lnTo>
                    <a:pt x="3940" y="269"/>
                  </a:lnTo>
                  <a:lnTo>
                    <a:pt x="3974" y="404"/>
                  </a:lnTo>
                  <a:lnTo>
                    <a:pt x="4007" y="539"/>
                  </a:lnTo>
                  <a:lnTo>
                    <a:pt x="4007" y="842"/>
                  </a:lnTo>
                  <a:lnTo>
                    <a:pt x="4007" y="1044"/>
                  </a:lnTo>
                  <a:lnTo>
                    <a:pt x="4007" y="1751"/>
                  </a:lnTo>
                  <a:lnTo>
                    <a:pt x="3974" y="2189"/>
                  </a:lnTo>
                  <a:lnTo>
                    <a:pt x="3940" y="2323"/>
                  </a:lnTo>
                  <a:lnTo>
                    <a:pt x="3873" y="2357"/>
                  </a:lnTo>
                  <a:lnTo>
                    <a:pt x="3267" y="2424"/>
                  </a:lnTo>
                  <a:lnTo>
                    <a:pt x="2021" y="2424"/>
                  </a:lnTo>
                  <a:lnTo>
                    <a:pt x="1415" y="2357"/>
                  </a:lnTo>
                  <a:lnTo>
                    <a:pt x="809" y="2323"/>
                  </a:lnTo>
                  <a:lnTo>
                    <a:pt x="506" y="2323"/>
                  </a:lnTo>
                  <a:lnTo>
                    <a:pt x="203" y="2357"/>
                  </a:lnTo>
                  <a:lnTo>
                    <a:pt x="169" y="1616"/>
                  </a:lnTo>
                  <a:lnTo>
                    <a:pt x="135" y="875"/>
                  </a:lnTo>
                  <a:lnTo>
                    <a:pt x="203" y="539"/>
                  </a:lnTo>
                  <a:lnTo>
                    <a:pt x="203" y="370"/>
                  </a:lnTo>
                  <a:lnTo>
                    <a:pt x="203" y="202"/>
                  </a:lnTo>
                  <a:lnTo>
                    <a:pt x="270" y="202"/>
                  </a:lnTo>
                  <a:lnTo>
                    <a:pt x="371" y="168"/>
                  </a:lnTo>
                  <a:lnTo>
                    <a:pt x="775" y="168"/>
                  </a:lnTo>
                  <a:lnTo>
                    <a:pt x="1415" y="135"/>
                  </a:lnTo>
                  <a:close/>
                  <a:moveTo>
                    <a:pt x="540" y="0"/>
                  </a:moveTo>
                  <a:lnTo>
                    <a:pt x="371" y="34"/>
                  </a:lnTo>
                  <a:lnTo>
                    <a:pt x="203" y="67"/>
                  </a:lnTo>
                  <a:lnTo>
                    <a:pt x="169" y="101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102" y="269"/>
                  </a:lnTo>
                  <a:lnTo>
                    <a:pt x="68" y="337"/>
                  </a:lnTo>
                  <a:lnTo>
                    <a:pt x="34" y="572"/>
                  </a:lnTo>
                  <a:lnTo>
                    <a:pt x="1" y="1010"/>
                  </a:lnTo>
                  <a:lnTo>
                    <a:pt x="1" y="1717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169" y="2525"/>
                  </a:lnTo>
                  <a:lnTo>
                    <a:pt x="641" y="2492"/>
                  </a:lnTo>
                  <a:lnTo>
                    <a:pt x="1146" y="2492"/>
                  </a:lnTo>
                  <a:lnTo>
                    <a:pt x="2122" y="2559"/>
                  </a:lnTo>
                  <a:lnTo>
                    <a:pt x="2593" y="2593"/>
                  </a:lnTo>
                  <a:lnTo>
                    <a:pt x="3065" y="2559"/>
                  </a:lnTo>
                  <a:lnTo>
                    <a:pt x="4007" y="2492"/>
                  </a:lnTo>
                  <a:lnTo>
                    <a:pt x="4041" y="2458"/>
                  </a:lnTo>
                  <a:lnTo>
                    <a:pt x="4075" y="2424"/>
                  </a:lnTo>
                  <a:lnTo>
                    <a:pt x="4108" y="1987"/>
                  </a:lnTo>
                  <a:lnTo>
                    <a:pt x="4142" y="1515"/>
                  </a:lnTo>
                  <a:lnTo>
                    <a:pt x="4142" y="606"/>
                  </a:lnTo>
                  <a:lnTo>
                    <a:pt x="4108" y="404"/>
                  </a:lnTo>
                  <a:lnTo>
                    <a:pt x="4041" y="236"/>
                  </a:lnTo>
                  <a:lnTo>
                    <a:pt x="4007" y="135"/>
                  </a:lnTo>
                  <a:lnTo>
                    <a:pt x="3940" y="101"/>
                  </a:lnTo>
                  <a:lnTo>
                    <a:pt x="3873" y="34"/>
                  </a:lnTo>
                  <a:lnTo>
                    <a:pt x="3772" y="34"/>
                  </a:lnTo>
                  <a:lnTo>
                    <a:pt x="2863" y="0"/>
                  </a:lnTo>
                  <a:lnTo>
                    <a:pt x="1920" y="0"/>
                  </a:lnTo>
                  <a:lnTo>
                    <a:pt x="910" y="34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33"/>
            <p:cNvSpPr/>
            <p:nvPr/>
          </p:nvSpPr>
          <p:spPr>
            <a:xfrm>
              <a:off x="2576625" y="5015902"/>
              <a:ext cx="18461" cy="35230"/>
            </a:xfrm>
            <a:custGeom>
              <a:avLst/>
              <a:gdLst/>
              <a:ahLst/>
              <a:cxnLst/>
              <a:rect l="l" t="t" r="r" b="b"/>
              <a:pathLst>
                <a:path w="371" h="708" extrusionOk="0">
                  <a:moveTo>
                    <a:pt x="303" y="0"/>
                  </a:moveTo>
                  <a:lnTo>
                    <a:pt x="270" y="34"/>
                  </a:lnTo>
                  <a:lnTo>
                    <a:pt x="135" y="135"/>
                  </a:lnTo>
                  <a:lnTo>
                    <a:pt x="0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68" y="371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169" y="640"/>
                  </a:lnTo>
                  <a:lnTo>
                    <a:pt x="202" y="674"/>
                  </a:lnTo>
                  <a:lnTo>
                    <a:pt x="236" y="707"/>
                  </a:lnTo>
                  <a:lnTo>
                    <a:pt x="303" y="674"/>
                  </a:lnTo>
                  <a:lnTo>
                    <a:pt x="303" y="640"/>
                  </a:lnTo>
                  <a:lnTo>
                    <a:pt x="337" y="371"/>
                  </a:lnTo>
                  <a:lnTo>
                    <a:pt x="371" y="101"/>
                  </a:lnTo>
                  <a:lnTo>
                    <a:pt x="371" y="3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33"/>
            <p:cNvSpPr/>
            <p:nvPr/>
          </p:nvSpPr>
          <p:spPr>
            <a:xfrm>
              <a:off x="4037479" y="4853385"/>
              <a:ext cx="132411" cy="82154"/>
            </a:xfrm>
            <a:custGeom>
              <a:avLst/>
              <a:gdLst/>
              <a:ahLst/>
              <a:cxnLst/>
              <a:rect l="l" t="t" r="r" b="b"/>
              <a:pathLst>
                <a:path w="2661" h="1651" extrusionOk="0">
                  <a:moveTo>
                    <a:pt x="944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9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6" y="1347"/>
                  </a:lnTo>
                  <a:lnTo>
                    <a:pt x="136" y="1179"/>
                  </a:lnTo>
                  <a:lnTo>
                    <a:pt x="136" y="909"/>
                  </a:lnTo>
                  <a:lnTo>
                    <a:pt x="136" y="573"/>
                  </a:lnTo>
                  <a:lnTo>
                    <a:pt x="102" y="236"/>
                  </a:lnTo>
                  <a:lnTo>
                    <a:pt x="136" y="236"/>
                  </a:lnTo>
                  <a:lnTo>
                    <a:pt x="237" y="169"/>
                  </a:lnTo>
                  <a:lnTo>
                    <a:pt x="338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5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5" y="1347"/>
                  </a:lnTo>
                  <a:lnTo>
                    <a:pt x="68" y="1448"/>
                  </a:lnTo>
                  <a:lnTo>
                    <a:pt x="136" y="1515"/>
                  </a:lnTo>
                  <a:lnTo>
                    <a:pt x="237" y="1583"/>
                  </a:lnTo>
                  <a:lnTo>
                    <a:pt x="472" y="1616"/>
                  </a:lnTo>
                  <a:lnTo>
                    <a:pt x="742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33"/>
            <p:cNvSpPr/>
            <p:nvPr/>
          </p:nvSpPr>
          <p:spPr>
            <a:xfrm>
              <a:off x="2590011" y="5091288"/>
              <a:ext cx="129077" cy="55333"/>
            </a:xfrm>
            <a:custGeom>
              <a:avLst/>
              <a:gdLst/>
              <a:ahLst/>
              <a:cxnLst/>
              <a:rect l="l" t="t" r="r" b="b"/>
              <a:pathLst>
                <a:path w="2594" h="1112" extrusionOk="0">
                  <a:moveTo>
                    <a:pt x="472" y="0"/>
                  </a:moveTo>
                  <a:lnTo>
                    <a:pt x="102" y="68"/>
                  </a:lnTo>
                  <a:lnTo>
                    <a:pt x="102" y="101"/>
                  </a:lnTo>
                  <a:lnTo>
                    <a:pt x="68" y="101"/>
                  </a:lnTo>
                  <a:lnTo>
                    <a:pt x="34" y="135"/>
                  </a:lnTo>
                  <a:lnTo>
                    <a:pt x="1" y="640"/>
                  </a:lnTo>
                  <a:lnTo>
                    <a:pt x="1" y="1111"/>
                  </a:lnTo>
                  <a:lnTo>
                    <a:pt x="135" y="1111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35" y="337"/>
                  </a:lnTo>
                  <a:lnTo>
                    <a:pt x="102" y="202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3" y="169"/>
                  </a:lnTo>
                  <a:lnTo>
                    <a:pt x="2324" y="236"/>
                  </a:lnTo>
                  <a:lnTo>
                    <a:pt x="2391" y="337"/>
                  </a:lnTo>
                  <a:lnTo>
                    <a:pt x="2459" y="505"/>
                  </a:lnTo>
                  <a:lnTo>
                    <a:pt x="2459" y="707"/>
                  </a:lnTo>
                  <a:lnTo>
                    <a:pt x="2459" y="1111"/>
                  </a:lnTo>
                  <a:lnTo>
                    <a:pt x="2593" y="1111"/>
                  </a:lnTo>
                  <a:lnTo>
                    <a:pt x="2593" y="640"/>
                  </a:lnTo>
                  <a:lnTo>
                    <a:pt x="2560" y="404"/>
                  </a:lnTo>
                  <a:lnTo>
                    <a:pt x="2492" y="202"/>
                  </a:lnTo>
                  <a:lnTo>
                    <a:pt x="2425" y="135"/>
                  </a:lnTo>
                  <a:lnTo>
                    <a:pt x="2324" y="68"/>
                  </a:lnTo>
                  <a:lnTo>
                    <a:pt x="2223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33"/>
            <p:cNvSpPr/>
            <p:nvPr/>
          </p:nvSpPr>
          <p:spPr>
            <a:xfrm>
              <a:off x="2518008" y="4947183"/>
              <a:ext cx="124002" cy="129077"/>
            </a:xfrm>
            <a:custGeom>
              <a:avLst/>
              <a:gdLst/>
              <a:ahLst/>
              <a:cxnLst/>
              <a:rect l="l" t="t" r="r" b="b"/>
              <a:pathLst>
                <a:path w="2492" h="2594" extrusionOk="0">
                  <a:moveTo>
                    <a:pt x="2222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36"/>
                  </a:lnTo>
                  <a:lnTo>
                    <a:pt x="2357" y="337"/>
                  </a:lnTo>
                  <a:lnTo>
                    <a:pt x="2357" y="842"/>
                  </a:lnTo>
                  <a:lnTo>
                    <a:pt x="2323" y="1348"/>
                  </a:lnTo>
                  <a:lnTo>
                    <a:pt x="2323" y="1853"/>
                  </a:lnTo>
                  <a:lnTo>
                    <a:pt x="2357" y="2358"/>
                  </a:lnTo>
                  <a:lnTo>
                    <a:pt x="2087" y="2425"/>
                  </a:lnTo>
                  <a:lnTo>
                    <a:pt x="1818" y="2459"/>
                  </a:lnTo>
                  <a:lnTo>
                    <a:pt x="1246" y="2425"/>
                  </a:lnTo>
                  <a:lnTo>
                    <a:pt x="707" y="2391"/>
                  </a:lnTo>
                  <a:lnTo>
                    <a:pt x="438" y="2358"/>
                  </a:lnTo>
                  <a:lnTo>
                    <a:pt x="269" y="2324"/>
                  </a:lnTo>
                  <a:lnTo>
                    <a:pt x="202" y="2257"/>
                  </a:lnTo>
                  <a:lnTo>
                    <a:pt x="135" y="2021"/>
                  </a:lnTo>
                  <a:lnTo>
                    <a:pt x="135" y="1752"/>
                  </a:lnTo>
                  <a:lnTo>
                    <a:pt x="135" y="1247"/>
                  </a:lnTo>
                  <a:lnTo>
                    <a:pt x="168" y="708"/>
                  </a:lnTo>
                  <a:lnTo>
                    <a:pt x="202" y="169"/>
                  </a:lnTo>
                  <a:lnTo>
                    <a:pt x="1279" y="169"/>
                  </a:lnTo>
                  <a:lnTo>
                    <a:pt x="1919" y="135"/>
                  </a:lnTo>
                  <a:close/>
                  <a:moveTo>
                    <a:pt x="135" y="1"/>
                  </a:moveTo>
                  <a:lnTo>
                    <a:pt x="101" y="34"/>
                  </a:lnTo>
                  <a:lnTo>
                    <a:pt x="67" y="68"/>
                  </a:lnTo>
                  <a:lnTo>
                    <a:pt x="67" y="102"/>
                  </a:lnTo>
                  <a:lnTo>
                    <a:pt x="101" y="135"/>
                  </a:lnTo>
                  <a:lnTo>
                    <a:pt x="34" y="438"/>
                  </a:lnTo>
                  <a:lnTo>
                    <a:pt x="0" y="741"/>
                  </a:lnTo>
                  <a:lnTo>
                    <a:pt x="0" y="1348"/>
                  </a:lnTo>
                  <a:lnTo>
                    <a:pt x="34" y="2021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8" y="2425"/>
                  </a:lnTo>
                  <a:lnTo>
                    <a:pt x="303" y="2459"/>
                  </a:lnTo>
                  <a:lnTo>
                    <a:pt x="673" y="2492"/>
                  </a:lnTo>
                  <a:lnTo>
                    <a:pt x="1044" y="2560"/>
                  </a:lnTo>
                  <a:lnTo>
                    <a:pt x="1751" y="2593"/>
                  </a:lnTo>
                  <a:lnTo>
                    <a:pt x="2121" y="2560"/>
                  </a:lnTo>
                  <a:lnTo>
                    <a:pt x="2289" y="2526"/>
                  </a:lnTo>
                  <a:lnTo>
                    <a:pt x="2458" y="2492"/>
                  </a:lnTo>
                  <a:lnTo>
                    <a:pt x="2491" y="2459"/>
                  </a:lnTo>
                  <a:lnTo>
                    <a:pt x="2491" y="2391"/>
                  </a:lnTo>
                  <a:lnTo>
                    <a:pt x="2458" y="2122"/>
                  </a:lnTo>
                  <a:lnTo>
                    <a:pt x="2458" y="1819"/>
                  </a:lnTo>
                  <a:lnTo>
                    <a:pt x="2458" y="1247"/>
                  </a:lnTo>
                  <a:lnTo>
                    <a:pt x="2491" y="674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24" y="34"/>
                  </a:lnTo>
                  <a:lnTo>
                    <a:pt x="1852" y="1"/>
                  </a:lnTo>
                  <a:lnTo>
                    <a:pt x="1279" y="1"/>
                  </a:lnTo>
                  <a:lnTo>
                    <a:pt x="707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33"/>
            <p:cNvSpPr/>
            <p:nvPr/>
          </p:nvSpPr>
          <p:spPr>
            <a:xfrm>
              <a:off x="3462851" y="5089596"/>
              <a:ext cx="124052" cy="57025"/>
            </a:xfrm>
            <a:custGeom>
              <a:avLst/>
              <a:gdLst/>
              <a:ahLst/>
              <a:cxnLst/>
              <a:rect l="l" t="t" r="r" b="b"/>
              <a:pathLst>
                <a:path w="2493" h="1146" extrusionOk="0">
                  <a:moveTo>
                    <a:pt x="169" y="1"/>
                  </a:moveTo>
                  <a:lnTo>
                    <a:pt x="102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68" y="371"/>
                  </a:lnTo>
                  <a:lnTo>
                    <a:pt x="35" y="640"/>
                  </a:lnTo>
                  <a:lnTo>
                    <a:pt x="1" y="1145"/>
                  </a:lnTo>
                  <a:lnTo>
                    <a:pt x="136" y="1145"/>
                  </a:lnTo>
                  <a:lnTo>
                    <a:pt x="203" y="169"/>
                  </a:lnTo>
                  <a:lnTo>
                    <a:pt x="1314" y="169"/>
                  </a:lnTo>
                  <a:lnTo>
                    <a:pt x="1920" y="135"/>
                  </a:lnTo>
                  <a:lnTo>
                    <a:pt x="2223" y="135"/>
                  </a:lnTo>
                  <a:lnTo>
                    <a:pt x="2290" y="169"/>
                  </a:lnTo>
                  <a:lnTo>
                    <a:pt x="2324" y="203"/>
                  </a:lnTo>
                  <a:lnTo>
                    <a:pt x="2358" y="236"/>
                  </a:lnTo>
                  <a:lnTo>
                    <a:pt x="2391" y="337"/>
                  </a:lnTo>
                  <a:lnTo>
                    <a:pt x="2358" y="1145"/>
                  </a:lnTo>
                  <a:lnTo>
                    <a:pt x="2459" y="1145"/>
                  </a:lnTo>
                  <a:lnTo>
                    <a:pt x="2492" y="640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9" y="34"/>
                  </a:lnTo>
                  <a:lnTo>
                    <a:pt x="1886" y="1"/>
                  </a:lnTo>
                  <a:lnTo>
                    <a:pt x="1314" y="34"/>
                  </a:lnTo>
                  <a:lnTo>
                    <a:pt x="742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33"/>
            <p:cNvSpPr/>
            <p:nvPr/>
          </p:nvSpPr>
          <p:spPr>
            <a:xfrm>
              <a:off x="2370569" y="5084570"/>
              <a:ext cx="211132" cy="62051"/>
            </a:xfrm>
            <a:custGeom>
              <a:avLst/>
              <a:gdLst/>
              <a:ahLst/>
              <a:cxnLst/>
              <a:rect l="l" t="t" r="r" b="b"/>
              <a:pathLst>
                <a:path w="4243" h="1247" extrusionOk="0">
                  <a:moveTo>
                    <a:pt x="3333" y="1"/>
                  </a:moveTo>
                  <a:lnTo>
                    <a:pt x="3098" y="34"/>
                  </a:lnTo>
                  <a:lnTo>
                    <a:pt x="2727" y="68"/>
                  </a:lnTo>
                  <a:lnTo>
                    <a:pt x="2155" y="102"/>
                  </a:lnTo>
                  <a:lnTo>
                    <a:pt x="1044" y="102"/>
                  </a:lnTo>
                  <a:lnTo>
                    <a:pt x="505" y="135"/>
                  </a:lnTo>
                  <a:lnTo>
                    <a:pt x="303" y="169"/>
                  </a:lnTo>
                  <a:lnTo>
                    <a:pt x="202" y="236"/>
                  </a:lnTo>
                  <a:lnTo>
                    <a:pt x="101" y="371"/>
                  </a:lnTo>
                  <a:lnTo>
                    <a:pt x="34" y="506"/>
                  </a:lnTo>
                  <a:lnTo>
                    <a:pt x="0" y="708"/>
                  </a:lnTo>
                  <a:lnTo>
                    <a:pt x="0" y="876"/>
                  </a:lnTo>
                  <a:lnTo>
                    <a:pt x="0" y="1246"/>
                  </a:lnTo>
                  <a:lnTo>
                    <a:pt x="169" y="1246"/>
                  </a:lnTo>
                  <a:lnTo>
                    <a:pt x="169" y="842"/>
                  </a:lnTo>
                  <a:lnTo>
                    <a:pt x="202" y="573"/>
                  </a:lnTo>
                  <a:lnTo>
                    <a:pt x="236" y="438"/>
                  </a:lnTo>
                  <a:lnTo>
                    <a:pt x="303" y="337"/>
                  </a:lnTo>
                  <a:lnTo>
                    <a:pt x="371" y="304"/>
                  </a:lnTo>
                  <a:lnTo>
                    <a:pt x="505" y="270"/>
                  </a:lnTo>
                  <a:lnTo>
                    <a:pt x="1650" y="270"/>
                  </a:lnTo>
                  <a:lnTo>
                    <a:pt x="2593" y="236"/>
                  </a:lnTo>
                  <a:lnTo>
                    <a:pt x="2963" y="203"/>
                  </a:lnTo>
                  <a:lnTo>
                    <a:pt x="3434" y="169"/>
                  </a:lnTo>
                  <a:lnTo>
                    <a:pt x="3636" y="203"/>
                  </a:lnTo>
                  <a:lnTo>
                    <a:pt x="3838" y="270"/>
                  </a:lnTo>
                  <a:lnTo>
                    <a:pt x="3973" y="371"/>
                  </a:lnTo>
                  <a:lnTo>
                    <a:pt x="4007" y="438"/>
                  </a:lnTo>
                  <a:lnTo>
                    <a:pt x="4040" y="539"/>
                  </a:lnTo>
                  <a:lnTo>
                    <a:pt x="4074" y="876"/>
                  </a:lnTo>
                  <a:lnTo>
                    <a:pt x="4040" y="1246"/>
                  </a:lnTo>
                  <a:lnTo>
                    <a:pt x="4242" y="1246"/>
                  </a:lnTo>
                  <a:lnTo>
                    <a:pt x="4242" y="842"/>
                  </a:lnTo>
                  <a:lnTo>
                    <a:pt x="4175" y="438"/>
                  </a:lnTo>
                  <a:lnTo>
                    <a:pt x="4175" y="337"/>
                  </a:lnTo>
                  <a:lnTo>
                    <a:pt x="4108" y="270"/>
                  </a:lnTo>
                  <a:lnTo>
                    <a:pt x="3973" y="135"/>
                  </a:lnTo>
                  <a:lnTo>
                    <a:pt x="3771" y="68"/>
                  </a:lnTo>
                  <a:lnTo>
                    <a:pt x="3569" y="34"/>
                  </a:lnTo>
                  <a:lnTo>
                    <a:pt x="3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33"/>
            <p:cNvSpPr/>
            <p:nvPr/>
          </p:nvSpPr>
          <p:spPr>
            <a:xfrm>
              <a:off x="3586853" y="5024261"/>
              <a:ext cx="23487" cy="26870"/>
            </a:xfrm>
            <a:custGeom>
              <a:avLst/>
              <a:gdLst/>
              <a:ahLst/>
              <a:cxnLst/>
              <a:rect l="l" t="t" r="r" b="b"/>
              <a:pathLst>
                <a:path w="472" h="540" extrusionOk="0">
                  <a:moveTo>
                    <a:pt x="303" y="102"/>
                  </a:moveTo>
                  <a:lnTo>
                    <a:pt x="337" y="169"/>
                  </a:lnTo>
                  <a:lnTo>
                    <a:pt x="303" y="203"/>
                  </a:lnTo>
                  <a:lnTo>
                    <a:pt x="169" y="135"/>
                  </a:lnTo>
                  <a:lnTo>
                    <a:pt x="236" y="102"/>
                  </a:lnTo>
                  <a:close/>
                  <a:moveTo>
                    <a:pt x="169" y="1"/>
                  </a:moveTo>
                  <a:lnTo>
                    <a:pt x="68" y="34"/>
                  </a:lnTo>
                  <a:lnTo>
                    <a:pt x="0" y="135"/>
                  </a:lnTo>
                  <a:lnTo>
                    <a:pt x="0" y="203"/>
                  </a:lnTo>
                  <a:lnTo>
                    <a:pt x="34" y="236"/>
                  </a:lnTo>
                  <a:lnTo>
                    <a:pt x="202" y="270"/>
                  </a:lnTo>
                  <a:lnTo>
                    <a:pt x="202" y="304"/>
                  </a:lnTo>
                  <a:lnTo>
                    <a:pt x="270" y="304"/>
                  </a:lnTo>
                  <a:lnTo>
                    <a:pt x="169" y="337"/>
                  </a:lnTo>
                  <a:lnTo>
                    <a:pt x="101" y="405"/>
                  </a:lnTo>
                  <a:lnTo>
                    <a:pt x="68" y="438"/>
                  </a:lnTo>
                  <a:lnTo>
                    <a:pt x="101" y="506"/>
                  </a:lnTo>
                  <a:lnTo>
                    <a:pt x="270" y="539"/>
                  </a:lnTo>
                  <a:lnTo>
                    <a:pt x="404" y="506"/>
                  </a:lnTo>
                  <a:lnTo>
                    <a:pt x="438" y="506"/>
                  </a:lnTo>
                  <a:lnTo>
                    <a:pt x="472" y="472"/>
                  </a:lnTo>
                  <a:lnTo>
                    <a:pt x="438" y="337"/>
                  </a:lnTo>
                  <a:lnTo>
                    <a:pt x="371" y="236"/>
                  </a:lnTo>
                  <a:lnTo>
                    <a:pt x="438" y="203"/>
                  </a:lnTo>
                  <a:lnTo>
                    <a:pt x="438" y="102"/>
                  </a:lnTo>
                  <a:lnTo>
                    <a:pt x="371" y="34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33"/>
            <p:cNvSpPr/>
            <p:nvPr/>
          </p:nvSpPr>
          <p:spPr>
            <a:xfrm>
              <a:off x="3313770" y="5089596"/>
              <a:ext cx="124002" cy="57025"/>
            </a:xfrm>
            <a:custGeom>
              <a:avLst/>
              <a:gdLst/>
              <a:ahLst/>
              <a:cxnLst/>
              <a:rect l="l" t="t" r="r" b="b"/>
              <a:pathLst>
                <a:path w="2492" h="1146" extrusionOk="0">
                  <a:moveTo>
                    <a:pt x="1280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8" y="472"/>
                  </a:lnTo>
                  <a:lnTo>
                    <a:pt x="34" y="708"/>
                  </a:lnTo>
                  <a:lnTo>
                    <a:pt x="0" y="1145"/>
                  </a:lnTo>
                  <a:lnTo>
                    <a:pt x="135" y="1145"/>
                  </a:lnTo>
                  <a:lnTo>
                    <a:pt x="135" y="708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70" y="236"/>
                  </a:lnTo>
                  <a:lnTo>
                    <a:pt x="876" y="203"/>
                  </a:lnTo>
                  <a:lnTo>
                    <a:pt x="1515" y="135"/>
                  </a:lnTo>
                  <a:lnTo>
                    <a:pt x="1886" y="135"/>
                  </a:lnTo>
                  <a:lnTo>
                    <a:pt x="2290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57" y="1145"/>
                  </a:lnTo>
                  <a:lnTo>
                    <a:pt x="2492" y="1145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33"/>
            <p:cNvSpPr/>
            <p:nvPr/>
          </p:nvSpPr>
          <p:spPr>
            <a:xfrm>
              <a:off x="3444439" y="5022569"/>
              <a:ext cx="18461" cy="30204"/>
            </a:xfrm>
            <a:custGeom>
              <a:avLst/>
              <a:gdLst/>
              <a:ahLst/>
              <a:cxnLst/>
              <a:rect l="l" t="t" r="r" b="b"/>
              <a:pathLst>
                <a:path w="371" h="607" extrusionOk="0">
                  <a:moveTo>
                    <a:pt x="169" y="1"/>
                  </a:moveTo>
                  <a:lnTo>
                    <a:pt x="0" y="68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236" y="136"/>
                  </a:lnTo>
                  <a:lnTo>
                    <a:pt x="68" y="439"/>
                  </a:lnTo>
                  <a:lnTo>
                    <a:pt x="34" y="573"/>
                  </a:lnTo>
                  <a:lnTo>
                    <a:pt x="68" y="607"/>
                  </a:lnTo>
                  <a:lnTo>
                    <a:pt x="169" y="607"/>
                  </a:lnTo>
                  <a:lnTo>
                    <a:pt x="202" y="540"/>
                  </a:lnTo>
                  <a:lnTo>
                    <a:pt x="236" y="439"/>
                  </a:lnTo>
                  <a:lnTo>
                    <a:pt x="303" y="270"/>
                  </a:lnTo>
                  <a:lnTo>
                    <a:pt x="371" y="68"/>
                  </a:lnTo>
                  <a:lnTo>
                    <a:pt x="371" y="3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33"/>
            <p:cNvSpPr/>
            <p:nvPr/>
          </p:nvSpPr>
          <p:spPr>
            <a:xfrm>
              <a:off x="2866477" y="5020927"/>
              <a:ext cx="25179" cy="31846"/>
            </a:xfrm>
            <a:custGeom>
              <a:avLst/>
              <a:gdLst/>
              <a:ahLst/>
              <a:cxnLst/>
              <a:rect l="l" t="t" r="r" b="b"/>
              <a:pathLst>
                <a:path w="506" h="640" extrusionOk="0">
                  <a:moveTo>
                    <a:pt x="202" y="0"/>
                  </a:moveTo>
                  <a:lnTo>
                    <a:pt x="34" y="135"/>
                  </a:lnTo>
                  <a:lnTo>
                    <a:pt x="0" y="169"/>
                  </a:lnTo>
                  <a:lnTo>
                    <a:pt x="135" y="169"/>
                  </a:lnTo>
                  <a:lnTo>
                    <a:pt x="202" y="135"/>
                  </a:lnTo>
                  <a:lnTo>
                    <a:pt x="236" y="169"/>
                  </a:lnTo>
                  <a:lnTo>
                    <a:pt x="135" y="236"/>
                  </a:lnTo>
                  <a:lnTo>
                    <a:pt x="34" y="303"/>
                  </a:lnTo>
                  <a:lnTo>
                    <a:pt x="0" y="337"/>
                  </a:lnTo>
                  <a:lnTo>
                    <a:pt x="0" y="404"/>
                  </a:lnTo>
                  <a:lnTo>
                    <a:pt x="34" y="438"/>
                  </a:lnTo>
                  <a:lnTo>
                    <a:pt x="67" y="438"/>
                  </a:lnTo>
                  <a:lnTo>
                    <a:pt x="202" y="404"/>
                  </a:lnTo>
                  <a:lnTo>
                    <a:pt x="337" y="404"/>
                  </a:lnTo>
                  <a:lnTo>
                    <a:pt x="269" y="472"/>
                  </a:lnTo>
                  <a:lnTo>
                    <a:pt x="135" y="505"/>
                  </a:lnTo>
                  <a:lnTo>
                    <a:pt x="101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135" y="640"/>
                  </a:lnTo>
                  <a:lnTo>
                    <a:pt x="269" y="606"/>
                  </a:lnTo>
                  <a:lnTo>
                    <a:pt x="337" y="573"/>
                  </a:lnTo>
                  <a:lnTo>
                    <a:pt x="438" y="505"/>
                  </a:lnTo>
                  <a:lnTo>
                    <a:pt x="505" y="438"/>
                  </a:lnTo>
                  <a:lnTo>
                    <a:pt x="505" y="371"/>
                  </a:lnTo>
                  <a:lnTo>
                    <a:pt x="471" y="337"/>
                  </a:lnTo>
                  <a:lnTo>
                    <a:pt x="370" y="303"/>
                  </a:lnTo>
                  <a:lnTo>
                    <a:pt x="269" y="270"/>
                  </a:lnTo>
                  <a:lnTo>
                    <a:pt x="337" y="202"/>
                  </a:lnTo>
                  <a:lnTo>
                    <a:pt x="370" y="169"/>
                  </a:lnTo>
                  <a:lnTo>
                    <a:pt x="269" y="34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33"/>
            <p:cNvSpPr/>
            <p:nvPr/>
          </p:nvSpPr>
          <p:spPr>
            <a:xfrm>
              <a:off x="2811144" y="4943849"/>
              <a:ext cx="122360" cy="127386"/>
            </a:xfrm>
            <a:custGeom>
              <a:avLst/>
              <a:gdLst/>
              <a:ahLst/>
              <a:cxnLst/>
              <a:rect l="l" t="t" r="r" b="b"/>
              <a:pathLst>
                <a:path w="2459" h="2560" extrusionOk="0">
                  <a:moveTo>
                    <a:pt x="2324" y="135"/>
                  </a:moveTo>
                  <a:lnTo>
                    <a:pt x="2324" y="707"/>
                  </a:lnTo>
                  <a:lnTo>
                    <a:pt x="2290" y="1280"/>
                  </a:lnTo>
                  <a:lnTo>
                    <a:pt x="2257" y="1819"/>
                  </a:lnTo>
                  <a:lnTo>
                    <a:pt x="2290" y="2391"/>
                  </a:lnTo>
                  <a:lnTo>
                    <a:pt x="1213" y="2391"/>
                  </a:lnTo>
                  <a:lnTo>
                    <a:pt x="169" y="2425"/>
                  </a:lnTo>
                  <a:lnTo>
                    <a:pt x="169" y="2054"/>
                  </a:lnTo>
                  <a:lnTo>
                    <a:pt x="169" y="1718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6" y="404"/>
                  </a:lnTo>
                  <a:lnTo>
                    <a:pt x="136" y="202"/>
                  </a:lnTo>
                  <a:lnTo>
                    <a:pt x="270" y="236"/>
                  </a:lnTo>
                  <a:lnTo>
                    <a:pt x="1146" y="236"/>
                  </a:lnTo>
                  <a:lnTo>
                    <a:pt x="2324" y="135"/>
                  </a:lnTo>
                  <a:close/>
                  <a:moveTo>
                    <a:pt x="2391" y="0"/>
                  </a:moveTo>
                  <a:lnTo>
                    <a:pt x="2021" y="34"/>
                  </a:lnTo>
                  <a:lnTo>
                    <a:pt x="1651" y="34"/>
                  </a:lnTo>
                  <a:lnTo>
                    <a:pt x="1280" y="68"/>
                  </a:lnTo>
                  <a:lnTo>
                    <a:pt x="91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5" y="236"/>
                  </a:lnTo>
                  <a:lnTo>
                    <a:pt x="35" y="404"/>
                  </a:lnTo>
                  <a:lnTo>
                    <a:pt x="35" y="573"/>
                  </a:lnTo>
                  <a:lnTo>
                    <a:pt x="68" y="876"/>
                  </a:lnTo>
                  <a:lnTo>
                    <a:pt x="68" y="1280"/>
                  </a:lnTo>
                  <a:lnTo>
                    <a:pt x="35" y="1684"/>
                  </a:lnTo>
                  <a:lnTo>
                    <a:pt x="35" y="2088"/>
                  </a:lnTo>
                  <a:lnTo>
                    <a:pt x="35" y="2492"/>
                  </a:lnTo>
                  <a:lnTo>
                    <a:pt x="35" y="2526"/>
                  </a:lnTo>
                  <a:lnTo>
                    <a:pt x="102" y="2559"/>
                  </a:lnTo>
                  <a:lnTo>
                    <a:pt x="1247" y="2526"/>
                  </a:lnTo>
                  <a:lnTo>
                    <a:pt x="2391" y="2526"/>
                  </a:lnTo>
                  <a:lnTo>
                    <a:pt x="2425" y="2492"/>
                  </a:lnTo>
                  <a:lnTo>
                    <a:pt x="2459" y="2425"/>
                  </a:lnTo>
                  <a:lnTo>
                    <a:pt x="2425" y="2155"/>
                  </a:lnTo>
                  <a:lnTo>
                    <a:pt x="2425" y="1852"/>
                  </a:lnTo>
                  <a:lnTo>
                    <a:pt x="2425" y="1246"/>
                  </a:lnTo>
                  <a:lnTo>
                    <a:pt x="2459" y="674"/>
                  </a:lnTo>
                  <a:lnTo>
                    <a:pt x="2459" y="371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33"/>
            <p:cNvSpPr/>
            <p:nvPr/>
          </p:nvSpPr>
          <p:spPr>
            <a:xfrm>
              <a:off x="2951915" y="4947183"/>
              <a:ext cx="135745" cy="127386"/>
            </a:xfrm>
            <a:custGeom>
              <a:avLst/>
              <a:gdLst/>
              <a:ahLst/>
              <a:cxnLst/>
              <a:rect l="l" t="t" r="r" b="b"/>
              <a:pathLst>
                <a:path w="2728" h="2560" extrusionOk="0">
                  <a:moveTo>
                    <a:pt x="2189" y="135"/>
                  </a:moveTo>
                  <a:lnTo>
                    <a:pt x="2357" y="203"/>
                  </a:lnTo>
                  <a:lnTo>
                    <a:pt x="2458" y="236"/>
                  </a:lnTo>
                  <a:lnTo>
                    <a:pt x="2525" y="304"/>
                  </a:lnTo>
                  <a:lnTo>
                    <a:pt x="2559" y="405"/>
                  </a:lnTo>
                  <a:lnTo>
                    <a:pt x="2593" y="506"/>
                  </a:lnTo>
                  <a:lnTo>
                    <a:pt x="2593" y="741"/>
                  </a:lnTo>
                  <a:lnTo>
                    <a:pt x="2559" y="943"/>
                  </a:lnTo>
                  <a:lnTo>
                    <a:pt x="2525" y="1314"/>
                  </a:lnTo>
                  <a:lnTo>
                    <a:pt x="2458" y="1718"/>
                  </a:lnTo>
                  <a:lnTo>
                    <a:pt x="2458" y="1920"/>
                  </a:lnTo>
                  <a:lnTo>
                    <a:pt x="2424" y="2156"/>
                  </a:lnTo>
                  <a:lnTo>
                    <a:pt x="2391" y="2257"/>
                  </a:lnTo>
                  <a:lnTo>
                    <a:pt x="2357" y="2324"/>
                  </a:lnTo>
                  <a:lnTo>
                    <a:pt x="2256" y="2391"/>
                  </a:lnTo>
                  <a:lnTo>
                    <a:pt x="2121" y="2391"/>
                  </a:lnTo>
                  <a:lnTo>
                    <a:pt x="1212" y="2324"/>
                  </a:lnTo>
                  <a:lnTo>
                    <a:pt x="303" y="2324"/>
                  </a:lnTo>
                  <a:lnTo>
                    <a:pt x="269" y="1920"/>
                  </a:lnTo>
                  <a:lnTo>
                    <a:pt x="236" y="1550"/>
                  </a:lnTo>
                  <a:lnTo>
                    <a:pt x="168" y="1145"/>
                  </a:lnTo>
                  <a:lnTo>
                    <a:pt x="168" y="741"/>
                  </a:lnTo>
                  <a:lnTo>
                    <a:pt x="168" y="304"/>
                  </a:lnTo>
                  <a:lnTo>
                    <a:pt x="168" y="203"/>
                  </a:lnTo>
                  <a:lnTo>
                    <a:pt x="505" y="169"/>
                  </a:lnTo>
                  <a:lnTo>
                    <a:pt x="875" y="135"/>
                  </a:lnTo>
                  <a:close/>
                  <a:moveTo>
                    <a:pt x="1582" y="1"/>
                  </a:moveTo>
                  <a:lnTo>
                    <a:pt x="1145" y="34"/>
                  </a:lnTo>
                  <a:lnTo>
                    <a:pt x="370" y="34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67" y="135"/>
                  </a:lnTo>
                  <a:lnTo>
                    <a:pt x="34" y="270"/>
                  </a:lnTo>
                  <a:lnTo>
                    <a:pt x="0" y="438"/>
                  </a:lnTo>
                  <a:lnTo>
                    <a:pt x="34" y="741"/>
                  </a:lnTo>
                  <a:lnTo>
                    <a:pt x="34" y="1179"/>
                  </a:lnTo>
                  <a:lnTo>
                    <a:pt x="101" y="1583"/>
                  </a:lnTo>
                  <a:lnTo>
                    <a:pt x="135" y="1987"/>
                  </a:lnTo>
                  <a:lnTo>
                    <a:pt x="168" y="2425"/>
                  </a:lnTo>
                  <a:lnTo>
                    <a:pt x="202" y="2459"/>
                  </a:lnTo>
                  <a:lnTo>
                    <a:pt x="236" y="2492"/>
                  </a:lnTo>
                  <a:lnTo>
                    <a:pt x="606" y="2459"/>
                  </a:lnTo>
                  <a:lnTo>
                    <a:pt x="943" y="2459"/>
                  </a:lnTo>
                  <a:lnTo>
                    <a:pt x="1650" y="2492"/>
                  </a:lnTo>
                  <a:lnTo>
                    <a:pt x="2054" y="2560"/>
                  </a:lnTo>
                  <a:lnTo>
                    <a:pt x="2256" y="2560"/>
                  </a:lnTo>
                  <a:lnTo>
                    <a:pt x="2323" y="2526"/>
                  </a:lnTo>
                  <a:lnTo>
                    <a:pt x="2424" y="2492"/>
                  </a:lnTo>
                  <a:lnTo>
                    <a:pt x="2492" y="2425"/>
                  </a:lnTo>
                  <a:lnTo>
                    <a:pt x="2525" y="2358"/>
                  </a:lnTo>
                  <a:lnTo>
                    <a:pt x="2593" y="2189"/>
                  </a:lnTo>
                  <a:lnTo>
                    <a:pt x="2593" y="1853"/>
                  </a:lnTo>
                  <a:lnTo>
                    <a:pt x="2660" y="1348"/>
                  </a:lnTo>
                  <a:lnTo>
                    <a:pt x="2727" y="842"/>
                  </a:lnTo>
                  <a:lnTo>
                    <a:pt x="2727" y="506"/>
                  </a:lnTo>
                  <a:lnTo>
                    <a:pt x="2694" y="337"/>
                  </a:lnTo>
                  <a:lnTo>
                    <a:pt x="2626" y="203"/>
                  </a:lnTo>
                  <a:lnTo>
                    <a:pt x="2492" y="102"/>
                  </a:lnTo>
                  <a:lnTo>
                    <a:pt x="2323" y="34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33"/>
            <p:cNvSpPr/>
            <p:nvPr/>
          </p:nvSpPr>
          <p:spPr>
            <a:xfrm>
              <a:off x="3007198" y="5024261"/>
              <a:ext cx="28512" cy="31896"/>
            </a:xfrm>
            <a:custGeom>
              <a:avLst/>
              <a:gdLst/>
              <a:ahLst/>
              <a:cxnLst/>
              <a:rect l="l" t="t" r="r" b="b"/>
              <a:pathLst>
                <a:path w="573" h="641" extrusionOk="0">
                  <a:moveTo>
                    <a:pt x="337" y="1"/>
                  </a:moveTo>
                  <a:lnTo>
                    <a:pt x="269" y="68"/>
                  </a:lnTo>
                  <a:lnTo>
                    <a:pt x="202" y="135"/>
                  </a:lnTo>
                  <a:lnTo>
                    <a:pt x="34" y="337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38"/>
                  </a:lnTo>
                  <a:lnTo>
                    <a:pt x="236" y="438"/>
                  </a:lnTo>
                  <a:lnTo>
                    <a:pt x="404" y="405"/>
                  </a:lnTo>
                  <a:lnTo>
                    <a:pt x="404" y="573"/>
                  </a:lnTo>
                  <a:lnTo>
                    <a:pt x="404" y="607"/>
                  </a:lnTo>
                  <a:lnTo>
                    <a:pt x="438" y="640"/>
                  </a:lnTo>
                  <a:lnTo>
                    <a:pt x="471" y="640"/>
                  </a:lnTo>
                  <a:lnTo>
                    <a:pt x="505" y="607"/>
                  </a:lnTo>
                  <a:lnTo>
                    <a:pt x="505" y="573"/>
                  </a:lnTo>
                  <a:lnTo>
                    <a:pt x="572" y="573"/>
                  </a:lnTo>
                  <a:lnTo>
                    <a:pt x="539" y="506"/>
                  </a:lnTo>
                  <a:lnTo>
                    <a:pt x="572" y="304"/>
                  </a:lnTo>
                  <a:lnTo>
                    <a:pt x="572" y="270"/>
                  </a:lnTo>
                  <a:lnTo>
                    <a:pt x="539" y="236"/>
                  </a:lnTo>
                  <a:lnTo>
                    <a:pt x="505" y="203"/>
                  </a:lnTo>
                  <a:lnTo>
                    <a:pt x="471" y="236"/>
                  </a:lnTo>
                  <a:lnTo>
                    <a:pt x="337" y="304"/>
                  </a:lnTo>
                  <a:lnTo>
                    <a:pt x="168" y="304"/>
                  </a:lnTo>
                  <a:lnTo>
                    <a:pt x="337" y="135"/>
                  </a:lnTo>
                  <a:lnTo>
                    <a:pt x="370" y="68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33"/>
            <p:cNvSpPr/>
            <p:nvPr/>
          </p:nvSpPr>
          <p:spPr>
            <a:xfrm>
              <a:off x="3166331" y="5099648"/>
              <a:ext cx="8409" cy="46973"/>
            </a:xfrm>
            <a:custGeom>
              <a:avLst/>
              <a:gdLst/>
              <a:ahLst/>
              <a:cxnLst/>
              <a:rect l="l" t="t" r="r" b="b"/>
              <a:pathLst>
                <a:path w="169" h="944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270"/>
                  </a:lnTo>
                  <a:lnTo>
                    <a:pt x="1" y="472"/>
                  </a:lnTo>
                  <a:lnTo>
                    <a:pt x="1" y="943"/>
                  </a:lnTo>
                  <a:lnTo>
                    <a:pt x="135" y="943"/>
                  </a:lnTo>
                  <a:lnTo>
                    <a:pt x="135" y="506"/>
                  </a:lnTo>
                  <a:lnTo>
                    <a:pt x="169" y="68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33"/>
            <p:cNvSpPr/>
            <p:nvPr/>
          </p:nvSpPr>
          <p:spPr>
            <a:xfrm>
              <a:off x="2879863" y="5092930"/>
              <a:ext cx="129028" cy="53691"/>
            </a:xfrm>
            <a:custGeom>
              <a:avLst/>
              <a:gdLst/>
              <a:ahLst/>
              <a:cxnLst/>
              <a:rect l="l" t="t" r="r" b="b"/>
              <a:pathLst>
                <a:path w="2593" h="1079" extrusionOk="0">
                  <a:moveTo>
                    <a:pt x="438" y="1"/>
                  </a:moveTo>
                  <a:lnTo>
                    <a:pt x="68" y="68"/>
                  </a:lnTo>
                  <a:lnTo>
                    <a:pt x="34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0" y="1078"/>
                  </a:lnTo>
                  <a:lnTo>
                    <a:pt x="101" y="1078"/>
                  </a:lnTo>
                  <a:lnTo>
                    <a:pt x="135" y="641"/>
                  </a:lnTo>
                  <a:lnTo>
                    <a:pt x="135" y="203"/>
                  </a:lnTo>
                  <a:lnTo>
                    <a:pt x="371" y="136"/>
                  </a:lnTo>
                  <a:lnTo>
                    <a:pt x="606" y="102"/>
                  </a:lnTo>
                  <a:lnTo>
                    <a:pt x="1111" y="136"/>
                  </a:lnTo>
                  <a:lnTo>
                    <a:pt x="1616" y="169"/>
                  </a:lnTo>
                  <a:lnTo>
                    <a:pt x="2121" y="203"/>
                  </a:lnTo>
                  <a:lnTo>
                    <a:pt x="2256" y="237"/>
                  </a:lnTo>
                  <a:lnTo>
                    <a:pt x="2357" y="270"/>
                  </a:lnTo>
                  <a:lnTo>
                    <a:pt x="2391" y="371"/>
                  </a:lnTo>
                  <a:lnTo>
                    <a:pt x="2424" y="472"/>
                  </a:lnTo>
                  <a:lnTo>
                    <a:pt x="2458" y="708"/>
                  </a:lnTo>
                  <a:lnTo>
                    <a:pt x="2458" y="944"/>
                  </a:lnTo>
                  <a:lnTo>
                    <a:pt x="2458" y="1078"/>
                  </a:lnTo>
                  <a:lnTo>
                    <a:pt x="2559" y="1078"/>
                  </a:lnTo>
                  <a:lnTo>
                    <a:pt x="2559" y="1045"/>
                  </a:lnTo>
                  <a:lnTo>
                    <a:pt x="2593" y="573"/>
                  </a:lnTo>
                  <a:lnTo>
                    <a:pt x="2559" y="371"/>
                  </a:lnTo>
                  <a:lnTo>
                    <a:pt x="2525" y="237"/>
                  </a:lnTo>
                  <a:lnTo>
                    <a:pt x="2458" y="169"/>
                  </a:lnTo>
                  <a:lnTo>
                    <a:pt x="2357" y="102"/>
                  </a:lnTo>
                  <a:lnTo>
                    <a:pt x="2256" y="68"/>
                  </a:lnTo>
                  <a:lnTo>
                    <a:pt x="1987" y="35"/>
                  </a:lnTo>
                  <a:lnTo>
                    <a:pt x="1482" y="35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33"/>
            <p:cNvSpPr/>
            <p:nvPr/>
          </p:nvSpPr>
          <p:spPr>
            <a:xfrm>
              <a:off x="3099304" y="4943849"/>
              <a:ext cx="125694" cy="135745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439" y="135"/>
                  </a:moveTo>
                  <a:lnTo>
                    <a:pt x="708" y="169"/>
                  </a:lnTo>
                  <a:lnTo>
                    <a:pt x="1516" y="202"/>
                  </a:lnTo>
                  <a:lnTo>
                    <a:pt x="2189" y="202"/>
                  </a:lnTo>
                  <a:lnTo>
                    <a:pt x="2257" y="236"/>
                  </a:lnTo>
                  <a:lnTo>
                    <a:pt x="2290" y="270"/>
                  </a:lnTo>
                  <a:lnTo>
                    <a:pt x="2358" y="404"/>
                  </a:lnTo>
                  <a:lnTo>
                    <a:pt x="2391" y="606"/>
                  </a:lnTo>
                  <a:lnTo>
                    <a:pt x="2391" y="808"/>
                  </a:lnTo>
                  <a:lnTo>
                    <a:pt x="2358" y="1280"/>
                  </a:lnTo>
                  <a:lnTo>
                    <a:pt x="2358" y="1583"/>
                  </a:lnTo>
                  <a:lnTo>
                    <a:pt x="2324" y="1987"/>
                  </a:lnTo>
                  <a:lnTo>
                    <a:pt x="2290" y="2189"/>
                  </a:lnTo>
                  <a:lnTo>
                    <a:pt x="2189" y="2391"/>
                  </a:lnTo>
                  <a:lnTo>
                    <a:pt x="2156" y="2458"/>
                  </a:lnTo>
                  <a:lnTo>
                    <a:pt x="2122" y="2492"/>
                  </a:lnTo>
                  <a:lnTo>
                    <a:pt x="1987" y="2526"/>
                  </a:lnTo>
                  <a:lnTo>
                    <a:pt x="1684" y="2559"/>
                  </a:lnTo>
                  <a:lnTo>
                    <a:pt x="1112" y="2559"/>
                  </a:lnTo>
                  <a:lnTo>
                    <a:pt x="843" y="2526"/>
                  </a:lnTo>
                  <a:lnTo>
                    <a:pt x="540" y="2458"/>
                  </a:lnTo>
                  <a:lnTo>
                    <a:pt x="405" y="2391"/>
                  </a:lnTo>
                  <a:lnTo>
                    <a:pt x="304" y="2324"/>
                  </a:lnTo>
                  <a:lnTo>
                    <a:pt x="237" y="2189"/>
                  </a:lnTo>
                  <a:lnTo>
                    <a:pt x="203" y="2054"/>
                  </a:lnTo>
                  <a:lnTo>
                    <a:pt x="203" y="1718"/>
                  </a:lnTo>
                  <a:lnTo>
                    <a:pt x="237" y="1415"/>
                  </a:lnTo>
                  <a:lnTo>
                    <a:pt x="270" y="1111"/>
                  </a:lnTo>
                  <a:lnTo>
                    <a:pt x="237" y="775"/>
                  </a:lnTo>
                  <a:lnTo>
                    <a:pt x="169" y="135"/>
                  </a:lnTo>
                  <a:close/>
                  <a:moveTo>
                    <a:pt x="102" y="0"/>
                  </a:moveTo>
                  <a:lnTo>
                    <a:pt x="35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381"/>
                  </a:lnTo>
                  <a:lnTo>
                    <a:pt x="68" y="1751"/>
                  </a:lnTo>
                  <a:lnTo>
                    <a:pt x="35" y="2054"/>
                  </a:lnTo>
                  <a:lnTo>
                    <a:pt x="68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92"/>
                  </a:lnTo>
                  <a:lnTo>
                    <a:pt x="371" y="2559"/>
                  </a:lnTo>
                  <a:lnTo>
                    <a:pt x="506" y="2627"/>
                  </a:lnTo>
                  <a:lnTo>
                    <a:pt x="876" y="2694"/>
                  </a:lnTo>
                  <a:lnTo>
                    <a:pt x="1213" y="2728"/>
                  </a:lnTo>
                  <a:lnTo>
                    <a:pt x="1583" y="2728"/>
                  </a:lnTo>
                  <a:lnTo>
                    <a:pt x="1954" y="2660"/>
                  </a:lnTo>
                  <a:lnTo>
                    <a:pt x="2088" y="2660"/>
                  </a:lnTo>
                  <a:lnTo>
                    <a:pt x="2189" y="2593"/>
                  </a:lnTo>
                  <a:lnTo>
                    <a:pt x="2290" y="2526"/>
                  </a:lnTo>
                  <a:lnTo>
                    <a:pt x="2358" y="2425"/>
                  </a:lnTo>
                  <a:lnTo>
                    <a:pt x="2459" y="2223"/>
                  </a:lnTo>
                  <a:lnTo>
                    <a:pt x="2492" y="1953"/>
                  </a:lnTo>
                  <a:lnTo>
                    <a:pt x="2526" y="1684"/>
                  </a:lnTo>
                  <a:lnTo>
                    <a:pt x="2526" y="1448"/>
                  </a:lnTo>
                  <a:lnTo>
                    <a:pt x="2526" y="977"/>
                  </a:lnTo>
                  <a:lnTo>
                    <a:pt x="2526" y="606"/>
                  </a:lnTo>
                  <a:lnTo>
                    <a:pt x="2526" y="404"/>
                  </a:lnTo>
                  <a:lnTo>
                    <a:pt x="2459" y="236"/>
                  </a:lnTo>
                  <a:lnTo>
                    <a:pt x="2391" y="135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22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33"/>
            <p:cNvSpPr/>
            <p:nvPr/>
          </p:nvSpPr>
          <p:spPr>
            <a:xfrm>
              <a:off x="3295359" y="5022569"/>
              <a:ext cx="28512" cy="30204"/>
            </a:xfrm>
            <a:custGeom>
              <a:avLst/>
              <a:gdLst/>
              <a:ahLst/>
              <a:cxnLst/>
              <a:rect l="l" t="t" r="r" b="b"/>
              <a:pathLst>
                <a:path w="573" h="607" extrusionOk="0">
                  <a:moveTo>
                    <a:pt x="370" y="371"/>
                  </a:moveTo>
                  <a:lnTo>
                    <a:pt x="438" y="405"/>
                  </a:lnTo>
                  <a:lnTo>
                    <a:pt x="438" y="439"/>
                  </a:lnTo>
                  <a:lnTo>
                    <a:pt x="370" y="472"/>
                  </a:lnTo>
                  <a:lnTo>
                    <a:pt x="303" y="472"/>
                  </a:lnTo>
                  <a:lnTo>
                    <a:pt x="236" y="439"/>
                  </a:lnTo>
                  <a:lnTo>
                    <a:pt x="202" y="439"/>
                  </a:lnTo>
                  <a:lnTo>
                    <a:pt x="337" y="371"/>
                  </a:lnTo>
                  <a:close/>
                  <a:moveTo>
                    <a:pt x="337" y="1"/>
                  </a:moveTo>
                  <a:lnTo>
                    <a:pt x="168" y="68"/>
                  </a:lnTo>
                  <a:lnTo>
                    <a:pt x="67" y="203"/>
                  </a:lnTo>
                  <a:lnTo>
                    <a:pt x="0" y="270"/>
                  </a:lnTo>
                  <a:lnTo>
                    <a:pt x="0" y="338"/>
                  </a:lnTo>
                  <a:lnTo>
                    <a:pt x="0" y="405"/>
                  </a:lnTo>
                  <a:lnTo>
                    <a:pt x="34" y="439"/>
                  </a:lnTo>
                  <a:lnTo>
                    <a:pt x="0" y="472"/>
                  </a:lnTo>
                  <a:lnTo>
                    <a:pt x="0" y="506"/>
                  </a:lnTo>
                  <a:lnTo>
                    <a:pt x="34" y="540"/>
                  </a:lnTo>
                  <a:lnTo>
                    <a:pt x="67" y="573"/>
                  </a:lnTo>
                  <a:lnTo>
                    <a:pt x="135" y="540"/>
                  </a:lnTo>
                  <a:lnTo>
                    <a:pt x="236" y="607"/>
                  </a:lnTo>
                  <a:lnTo>
                    <a:pt x="438" y="607"/>
                  </a:lnTo>
                  <a:lnTo>
                    <a:pt x="505" y="573"/>
                  </a:lnTo>
                  <a:lnTo>
                    <a:pt x="572" y="506"/>
                  </a:lnTo>
                  <a:lnTo>
                    <a:pt x="572" y="439"/>
                  </a:lnTo>
                  <a:lnTo>
                    <a:pt x="572" y="371"/>
                  </a:lnTo>
                  <a:lnTo>
                    <a:pt x="539" y="304"/>
                  </a:lnTo>
                  <a:lnTo>
                    <a:pt x="438" y="270"/>
                  </a:lnTo>
                  <a:lnTo>
                    <a:pt x="337" y="237"/>
                  </a:lnTo>
                  <a:lnTo>
                    <a:pt x="236" y="270"/>
                  </a:lnTo>
                  <a:lnTo>
                    <a:pt x="135" y="338"/>
                  </a:lnTo>
                  <a:lnTo>
                    <a:pt x="135" y="270"/>
                  </a:lnTo>
                  <a:lnTo>
                    <a:pt x="202" y="203"/>
                  </a:lnTo>
                  <a:lnTo>
                    <a:pt x="269" y="136"/>
                  </a:lnTo>
                  <a:lnTo>
                    <a:pt x="370" y="102"/>
                  </a:lnTo>
                  <a:lnTo>
                    <a:pt x="471" y="102"/>
                  </a:lnTo>
                  <a:lnTo>
                    <a:pt x="505" y="68"/>
                  </a:lnTo>
                  <a:lnTo>
                    <a:pt x="4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33"/>
            <p:cNvSpPr/>
            <p:nvPr/>
          </p:nvSpPr>
          <p:spPr>
            <a:xfrm>
              <a:off x="3273564" y="4850051"/>
              <a:ext cx="135745" cy="83796"/>
            </a:xfrm>
            <a:custGeom>
              <a:avLst/>
              <a:gdLst/>
              <a:ahLst/>
              <a:cxnLst/>
              <a:rect l="l" t="t" r="r" b="b"/>
              <a:pathLst>
                <a:path w="2728" h="1684" extrusionOk="0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6" y="1549"/>
                  </a:lnTo>
                  <a:lnTo>
                    <a:pt x="909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3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2" y="707"/>
                  </a:lnTo>
                  <a:lnTo>
                    <a:pt x="202" y="438"/>
                  </a:lnTo>
                  <a:lnTo>
                    <a:pt x="236" y="303"/>
                  </a:lnTo>
                  <a:lnTo>
                    <a:pt x="202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0" y="67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101" y="168"/>
                  </a:lnTo>
                  <a:lnTo>
                    <a:pt x="101" y="202"/>
                  </a:lnTo>
                  <a:lnTo>
                    <a:pt x="101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1" y="1111"/>
                  </a:lnTo>
                  <a:lnTo>
                    <a:pt x="202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7" y="1549"/>
                  </a:lnTo>
                  <a:lnTo>
                    <a:pt x="2727" y="909"/>
                  </a:lnTo>
                  <a:lnTo>
                    <a:pt x="2727" y="572"/>
                  </a:lnTo>
                  <a:lnTo>
                    <a:pt x="2660" y="269"/>
                  </a:lnTo>
                  <a:lnTo>
                    <a:pt x="2626" y="168"/>
                  </a:lnTo>
                  <a:lnTo>
                    <a:pt x="2525" y="135"/>
                  </a:lnTo>
                  <a:lnTo>
                    <a:pt x="2424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33"/>
            <p:cNvSpPr/>
            <p:nvPr/>
          </p:nvSpPr>
          <p:spPr>
            <a:xfrm>
              <a:off x="3157971" y="5087904"/>
              <a:ext cx="137437" cy="58717"/>
            </a:xfrm>
            <a:custGeom>
              <a:avLst/>
              <a:gdLst/>
              <a:ahLst/>
              <a:cxnLst/>
              <a:rect l="l" t="t" r="r" b="b"/>
              <a:pathLst>
                <a:path w="2762" h="1180" extrusionOk="0">
                  <a:moveTo>
                    <a:pt x="438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34" y="169"/>
                  </a:lnTo>
                  <a:lnTo>
                    <a:pt x="0" y="237"/>
                  </a:lnTo>
                  <a:lnTo>
                    <a:pt x="34" y="270"/>
                  </a:lnTo>
                  <a:lnTo>
                    <a:pt x="101" y="270"/>
                  </a:lnTo>
                  <a:lnTo>
                    <a:pt x="135" y="237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539" y="136"/>
                  </a:lnTo>
                  <a:lnTo>
                    <a:pt x="977" y="169"/>
                  </a:lnTo>
                  <a:lnTo>
                    <a:pt x="1919" y="203"/>
                  </a:lnTo>
                  <a:lnTo>
                    <a:pt x="2256" y="237"/>
                  </a:lnTo>
                  <a:lnTo>
                    <a:pt x="2391" y="270"/>
                  </a:lnTo>
                  <a:lnTo>
                    <a:pt x="2525" y="338"/>
                  </a:lnTo>
                  <a:lnTo>
                    <a:pt x="2593" y="371"/>
                  </a:lnTo>
                  <a:lnTo>
                    <a:pt x="2626" y="439"/>
                  </a:lnTo>
                  <a:lnTo>
                    <a:pt x="2660" y="607"/>
                  </a:lnTo>
                  <a:lnTo>
                    <a:pt x="2626" y="910"/>
                  </a:lnTo>
                  <a:lnTo>
                    <a:pt x="2660" y="1179"/>
                  </a:lnTo>
                  <a:lnTo>
                    <a:pt x="2761" y="1179"/>
                  </a:lnTo>
                  <a:lnTo>
                    <a:pt x="2761" y="708"/>
                  </a:lnTo>
                  <a:lnTo>
                    <a:pt x="2761" y="439"/>
                  </a:lnTo>
                  <a:lnTo>
                    <a:pt x="2727" y="371"/>
                  </a:lnTo>
                  <a:lnTo>
                    <a:pt x="2660" y="270"/>
                  </a:lnTo>
                  <a:lnTo>
                    <a:pt x="2593" y="237"/>
                  </a:lnTo>
                  <a:lnTo>
                    <a:pt x="2525" y="169"/>
                  </a:lnTo>
                  <a:lnTo>
                    <a:pt x="2256" y="102"/>
                  </a:lnTo>
                  <a:lnTo>
                    <a:pt x="1919" y="68"/>
                  </a:lnTo>
                  <a:lnTo>
                    <a:pt x="1583" y="68"/>
                  </a:lnTo>
                  <a:lnTo>
                    <a:pt x="909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33"/>
            <p:cNvSpPr/>
            <p:nvPr/>
          </p:nvSpPr>
          <p:spPr>
            <a:xfrm>
              <a:off x="3392490" y="4943849"/>
              <a:ext cx="130720" cy="132411"/>
            </a:xfrm>
            <a:custGeom>
              <a:avLst/>
              <a:gdLst/>
              <a:ahLst/>
              <a:cxnLst/>
              <a:rect l="l" t="t" r="r" b="b"/>
              <a:pathLst>
                <a:path w="2627" h="2661" extrusionOk="0">
                  <a:moveTo>
                    <a:pt x="2122" y="135"/>
                  </a:moveTo>
                  <a:lnTo>
                    <a:pt x="2257" y="169"/>
                  </a:lnTo>
                  <a:lnTo>
                    <a:pt x="2358" y="236"/>
                  </a:lnTo>
                  <a:lnTo>
                    <a:pt x="2425" y="337"/>
                  </a:lnTo>
                  <a:lnTo>
                    <a:pt x="2492" y="539"/>
                  </a:lnTo>
                  <a:lnTo>
                    <a:pt x="2492" y="741"/>
                  </a:lnTo>
                  <a:lnTo>
                    <a:pt x="2492" y="1179"/>
                  </a:lnTo>
                  <a:lnTo>
                    <a:pt x="2425" y="1718"/>
                  </a:lnTo>
                  <a:lnTo>
                    <a:pt x="2391" y="1953"/>
                  </a:lnTo>
                  <a:lnTo>
                    <a:pt x="2290" y="2223"/>
                  </a:lnTo>
                  <a:lnTo>
                    <a:pt x="2223" y="2324"/>
                  </a:lnTo>
                  <a:lnTo>
                    <a:pt x="2156" y="2391"/>
                  </a:lnTo>
                  <a:lnTo>
                    <a:pt x="2021" y="2458"/>
                  </a:lnTo>
                  <a:lnTo>
                    <a:pt x="1920" y="2492"/>
                  </a:lnTo>
                  <a:lnTo>
                    <a:pt x="1381" y="2492"/>
                  </a:lnTo>
                  <a:lnTo>
                    <a:pt x="472" y="2458"/>
                  </a:lnTo>
                  <a:lnTo>
                    <a:pt x="337" y="2425"/>
                  </a:lnTo>
                  <a:lnTo>
                    <a:pt x="236" y="2324"/>
                  </a:lnTo>
                  <a:lnTo>
                    <a:pt x="169" y="2223"/>
                  </a:lnTo>
                  <a:lnTo>
                    <a:pt x="135" y="2088"/>
                  </a:lnTo>
                  <a:lnTo>
                    <a:pt x="135" y="1785"/>
                  </a:lnTo>
                  <a:lnTo>
                    <a:pt x="169" y="1516"/>
                  </a:lnTo>
                  <a:lnTo>
                    <a:pt x="169" y="741"/>
                  </a:lnTo>
                  <a:lnTo>
                    <a:pt x="203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472" y="169"/>
                  </a:lnTo>
                  <a:lnTo>
                    <a:pt x="775" y="135"/>
                  </a:lnTo>
                  <a:close/>
                  <a:moveTo>
                    <a:pt x="506" y="0"/>
                  </a:moveTo>
                  <a:lnTo>
                    <a:pt x="135" y="68"/>
                  </a:lnTo>
                  <a:lnTo>
                    <a:pt x="135" y="101"/>
                  </a:lnTo>
                  <a:lnTo>
                    <a:pt x="102" y="101"/>
                  </a:lnTo>
                  <a:lnTo>
                    <a:pt x="68" y="135"/>
                  </a:lnTo>
                  <a:lnTo>
                    <a:pt x="34" y="573"/>
                  </a:lnTo>
                  <a:lnTo>
                    <a:pt x="34" y="1010"/>
                  </a:lnTo>
                  <a:lnTo>
                    <a:pt x="34" y="1852"/>
                  </a:lnTo>
                  <a:lnTo>
                    <a:pt x="1" y="2088"/>
                  </a:lnTo>
                  <a:lnTo>
                    <a:pt x="34" y="2290"/>
                  </a:lnTo>
                  <a:lnTo>
                    <a:pt x="68" y="2357"/>
                  </a:lnTo>
                  <a:lnTo>
                    <a:pt x="102" y="2458"/>
                  </a:lnTo>
                  <a:lnTo>
                    <a:pt x="169" y="2526"/>
                  </a:lnTo>
                  <a:lnTo>
                    <a:pt x="270" y="2559"/>
                  </a:lnTo>
                  <a:lnTo>
                    <a:pt x="573" y="2627"/>
                  </a:lnTo>
                  <a:lnTo>
                    <a:pt x="876" y="2660"/>
                  </a:lnTo>
                  <a:lnTo>
                    <a:pt x="1482" y="2627"/>
                  </a:lnTo>
                  <a:lnTo>
                    <a:pt x="1718" y="2627"/>
                  </a:lnTo>
                  <a:lnTo>
                    <a:pt x="1987" y="2593"/>
                  </a:lnTo>
                  <a:lnTo>
                    <a:pt x="2122" y="2559"/>
                  </a:lnTo>
                  <a:lnTo>
                    <a:pt x="2223" y="2526"/>
                  </a:lnTo>
                  <a:lnTo>
                    <a:pt x="2324" y="2458"/>
                  </a:lnTo>
                  <a:lnTo>
                    <a:pt x="2391" y="2357"/>
                  </a:lnTo>
                  <a:lnTo>
                    <a:pt x="2526" y="2088"/>
                  </a:lnTo>
                  <a:lnTo>
                    <a:pt x="2560" y="1819"/>
                  </a:lnTo>
                  <a:lnTo>
                    <a:pt x="2593" y="1246"/>
                  </a:lnTo>
                  <a:lnTo>
                    <a:pt x="2627" y="707"/>
                  </a:lnTo>
                  <a:lnTo>
                    <a:pt x="2627" y="438"/>
                  </a:lnTo>
                  <a:lnTo>
                    <a:pt x="2593" y="337"/>
                  </a:lnTo>
                  <a:lnTo>
                    <a:pt x="2526" y="202"/>
                  </a:lnTo>
                  <a:lnTo>
                    <a:pt x="2459" y="135"/>
                  </a:lnTo>
                  <a:lnTo>
                    <a:pt x="2358" y="68"/>
                  </a:lnTo>
                  <a:lnTo>
                    <a:pt x="2257" y="34"/>
                  </a:lnTo>
                  <a:lnTo>
                    <a:pt x="21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33"/>
            <p:cNvSpPr/>
            <p:nvPr/>
          </p:nvSpPr>
          <p:spPr>
            <a:xfrm>
              <a:off x="3154587" y="5027595"/>
              <a:ext cx="20153" cy="26870"/>
            </a:xfrm>
            <a:custGeom>
              <a:avLst/>
              <a:gdLst/>
              <a:ahLst/>
              <a:cxnLst/>
              <a:rect l="l" t="t" r="r" b="b"/>
              <a:pathLst>
                <a:path w="405" h="540" extrusionOk="0">
                  <a:moveTo>
                    <a:pt x="1" y="1"/>
                  </a:moveTo>
                  <a:lnTo>
                    <a:pt x="1" y="68"/>
                  </a:lnTo>
                  <a:lnTo>
                    <a:pt x="1" y="169"/>
                  </a:lnTo>
                  <a:lnTo>
                    <a:pt x="35" y="237"/>
                  </a:lnTo>
                  <a:lnTo>
                    <a:pt x="68" y="270"/>
                  </a:lnTo>
                  <a:lnTo>
                    <a:pt x="237" y="270"/>
                  </a:lnTo>
                  <a:lnTo>
                    <a:pt x="270" y="338"/>
                  </a:lnTo>
                  <a:lnTo>
                    <a:pt x="270" y="405"/>
                  </a:lnTo>
                  <a:lnTo>
                    <a:pt x="102" y="405"/>
                  </a:lnTo>
                  <a:lnTo>
                    <a:pt x="68" y="371"/>
                  </a:lnTo>
                  <a:lnTo>
                    <a:pt x="35" y="405"/>
                  </a:lnTo>
                  <a:lnTo>
                    <a:pt x="1" y="439"/>
                  </a:lnTo>
                  <a:lnTo>
                    <a:pt x="1" y="506"/>
                  </a:lnTo>
                  <a:lnTo>
                    <a:pt x="35" y="540"/>
                  </a:lnTo>
                  <a:lnTo>
                    <a:pt x="304" y="540"/>
                  </a:lnTo>
                  <a:lnTo>
                    <a:pt x="338" y="506"/>
                  </a:lnTo>
                  <a:lnTo>
                    <a:pt x="371" y="472"/>
                  </a:lnTo>
                  <a:lnTo>
                    <a:pt x="405" y="371"/>
                  </a:lnTo>
                  <a:lnTo>
                    <a:pt x="405" y="270"/>
                  </a:lnTo>
                  <a:lnTo>
                    <a:pt x="371" y="203"/>
                  </a:lnTo>
                  <a:lnTo>
                    <a:pt x="304" y="169"/>
                  </a:lnTo>
                  <a:lnTo>
                    <a:pt x="237" y="136"/>
                  </a:lnTo>
                  <a:lnTo>
                    <a:pt x="136" y="136"/>
                  </a:lnTo>
                  <a:lnTo>
                    <a:pt x="136" y="102"/>
                  </a:lnTo>
                  <a:lnTo>
                    <a:pt x="237" y="102"/>
                  </a:lnTo>
                  <a:lnTo>
                    <a:pt x="304" y="68"/>
                  </a:lnTo>
                  <a:lnTo>
                    <a:pt x="405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33"/>
            <p:cNvSpPr/>
            <p:nvPr/>
          </p:nvSpPr>
          <p:spPr>
            <a:xfrm>
              <a:off x="3245051" y="4945541"/>
              <a:ext cx="125744" cy="132362"/>
            </a:xfrm>
            <a:custGeom>
              <a:avLst/>
              <a:gdLst/>
              <a:ahLst/>
              <a:cxnLst/>
              <a:rect l="l" t="t" r="r" b="b"/>
              <a:pathLst>
                <a:path w="2527" h="2660" extrusionOk="0">
                  <a:moveTo>
                    <a:pt x="2122" y="135"/>
                  </a:moveTo>
                  <a:lnTo>
                    <a:pt x="2257" y="202"/>
                  </a:lnTo>
                  <a:lnTo>
                    <a:pt x="2324" y="337"/>
                  </a:lnTo>
                  <a:lnTo>
                    <a:pt x="2391" y="471"/>
                  </a:lnTo>
                  <a:lnTo>
                    <a:pt x="2425" y="673"/>
                  </a:lnTo>
                  <a:lnTo>
                    <a:pt x="2425" y="1044"/>
                  </a:lnTo>
                  <a:lnTo>
                    <a:pt x="2391" y="1347"/>
                  </a:lnTo>
                  <a:lnTo>
                    <a:pt x="2391" y="1818"/>
                  </a:lnTo>
                  <a:lnTo>
                    <a:pt x="2391" y="2054"/>
                  </a:lnTo>
                  <a:lnTo>
                    <a:pt x="2358" y="2290"/>
                  </a:lnTo>
                  <a:lnTo>
                    <a:pt x="2290" y="2424"/>
                  </a:lnTo>
                  <a:lnTo>
                    <a:pt x="2189" y="2492"/>
                  </a:lnTo>
                  <a:lnTo>
                    <a:pt x="1886" y="2492"/>
                  </a:lnTo>
                  <a:lnTo>
                    <a:pt x="1550" y="2458"/>
                  </a:lnTo>
                  <a:lnTo>
                    <a:pt x="1280" y="2424"/>
                  </a:lnTo>
                  <a:lnTo>
                    <a:pt x="674" y="2424"/>
                  </a:lnTo>
                  <a:lnTo>
                    <a:pt x="371" y="2458"/>
                  </a:lnTo>
                  <a:lnTo>
                    <a:pt x="203" y="2424"/>
                  </a:lnTo>
                  <a:lnTo>
                    <a:pt x="136" y="2391"/>
                  </a:lnTo>
                  <a:lnTo>
                    <a:pt x="136" y="2323"/>
                  </a:lnTo>
                  <a:lnTo>
                    <a:pt x="136" y="2054"/>
                  </a:lnTo>
                  <a:lnTo>
                    <a:pt x="136" y="1785"/>
                  </a:lnTo>
                  <a:lnTo>
                    <a:pt x="203" y="1246"/>
                  </a:lnTo>
                  <a:lnTo>
                    <a:pt x="237" y="774"/>
                  </a:lnTo>
                  <a:lnTo>
                    <a:pt x="203" y="269"/>
                  </a:lnTo>
                  <a:lnTo>
                    <a:pt x="472" y="202"/>
                  </a:lnTo>
                  <a:lnTo>
                    <a:pt x="1449" y="202"/>
                  </a:lnTo>
                  <a:lnTo>
                    <a:pt x="1684" y="135"/>
                  </a:lnTo>
                  <a:close/>
                  <a:moveTo>
                    <a:pt x="1684" y="0"/>
                  </a:moveTo>
                  <a:lnTo>
                    <a:pt x="1247" y="67"/>
                  </a:lnTo>
                  <a:lnTo>
                    <a:pt x="472" y="67"/>
                  </a:lnTo>
                  <a:lnTo>
                    <a:pt x="237" y="135"/>
                  </a:lnTo>
                  <a:lnTo>
                    <a:pt x="237" y="101"/>
                  </a:lnTo>
                  <a:lnTo>
                    <a:pt x="203" y="67"/>
                  </a:lnTo>
                  <a:lnTo>
                    <a:pt x="169" y="67"/>
                  </a:lnTo>
                  <a:lnTo>
                    <a:pt x="136" y="101"/>
                  </a:lnTo>
                  <a:lnTo>
                    <a:pt x="102" y="404"/>
                  </a:lnTo>
                  <a:lnTo>
                    <a:pt x="68" y="741"/>
                  </a:lnTo>
                  <a:lnTo>
                    <a:pt x="68" y="1044"/>
                  </a:lnTo>
                  <a:lnTo>
                    <a:pt x="68" y="1347"/>
                  </a:lnTo>
                  <a:lnTo>
                    <a:pt x="1" y="1953"/>
                  </a:lnTo>
                  <a:lnTo>
                    <a:pt x="1" y="2222"/>
                  </a:lnTo>
                  <a:lnTo>
                    <a:pt x="1" y="2525"/>
                  </a:lnTo>
                  <a:lnTo>
                    <a:pt x="35" y="2559"/>
                  </a:lnTo>
                  <a:lnTo>
                    <a:pt x="68" y="2593"/>
                  </a:lnTo>
                  <a:lnTo>
                    <a:pt x="674" y="2593"/>
                  </a:lnTo>
                  <a:lnTo>
                    <a:pt x="1280" y="2559"/>
                  </a:lnTo>
                  <a:lnTo>
                    <a:pt x="1516" y="2593"/>
                  </a:lnTo>
                  <a:lnTo>
                    <a:pt x="1752" y="2626"/>
                  </a:lnTo>
                  <a:lnTo>
                    <a:pt x="1987" y="2660"/>
                  </a:lnTo>
                  <a:lnTo>
                    <a:pt x="2223" y="2660"/>
                  </a:lnTo>
                  <a:lnTo>
                    <a:pt x="2290" y="2626"/>
                  </a:lnTo>
                  <a:lnTo>
                    <a:pt x="2358" y="2593"/>
                  </a:lnTo>
                  <a:lnTo>
                    <a:pt x="2459" y="2458"/>
                  </a:lnTo>
                  <a:lnTo>
                    <a:pt x="2526" y="2290"/>
                  </a:lnTo>
                  <a:lnTo>
                    <a:pt x="2526" y="2088"/>
                  </a:lnTo>
                  <a:lnTo>
                    <a:pt x="2526" y="1650"/>
                  </a:lnTo>
                  <a:lnTo>
                    <a:pt x="2526" y="1347"/>
                  </a:lnTo>
                  <a:lnTo>
                    <a:pt x="2526" y="976"/>
                  </a:lnTo>
                  <a:lnTo>
                    <a:pt x="2526" y="572"/>
                  </a:lnTo>
                  <a:lnTo>
                    <a:pt x="2459" y="370"/>
                  </a:lnTo>
                  <a:lnTo>
                    <a:pt x="2391" y="202"/>
                  </a:lnTo>
                  <a:lnTo>
                    <a:pt x="2257" y="101"/>
                  </a:lnTo>
                  <a:lnTo>
                    <a:pt x="20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33"/>
            <p:cNvSpPr/>
            <p:nvPr/>
          </p:nvSpPr>
          <p:spPr>
            <a:xfrm>
              <a:off x="3119407" y="4846668"/>
              <a:ext cx="139129" cy="87180"/>
            </a:xfrm>
            <a:custGeom>
              <a:avLst/>
              <a:gdLst/>
              <a:ahLst/>
              <a:cxnLst/>
              <a:rect l="l" t="t" r="r" b="b"/>
              <a:pathLst>
                <a:path w="2796" h="1752" extrusionOk="0">
                  <a:moveTo>
                    <a:pt x="506" y="102"/>
                  </a:moveTo>
                  <a:lnTo>
                    <a:pt x="910" y="135"/>
                  </a:lnTo>
                  <a:lnTo>
                    <a:pt x="1381" y="169"/>
                  </a:lnTo>
                  <a:lnTo>
                    <a:pt x="1819" y="203"/>
                  </a:lnTo>
                  <a:lnTo>
                    <a:pt x="2156" y="236"/>
                  </a:lnTo>
                  <a:lnTo>
                    <a:pt x="2492" y="236"/>
                  </a:lnTo>
                  <a:lnTo>
                    <a:pt x="2560" y="270"/>
                  </a:lnTo>
                  <a:lnTo>
                    <a:pt x="2593" y="337"/>
                  </a:lnTo>
                  <a:lnTo>
                    <a:pt x="2661" y="607"/>
                  </a:lnTo>
                  <a:lnTo>
                    <a:pt x="2661" y="876"/>
                  </a:lnTo>
                  <a:lnTo>
                    <a:pt x="2661" y="1078"/>
                  </a:lnTo>
                  <a:lnTo>
                    <a:pt x="2661" y="1246"/>
                  </a:lnTo>
                  <a:lnTo>
                    <a:pt x="2627" y="1448"/>
                  </a:lnTo>
                  <a:lnTo>
                    <a:pt x="2593" y="1516"/>
                  </a:lnTo>
                  <a:lnTo>
                    <a:pt x="2560" y="1549"/>
                  </a:lnTo>
                  <a:lnTo>
                    <a:pt x="2425" y="1617"/>
                  </a:lnTo>
                  <a:lnTo>
                    <a:pt x="2156" y="1617"/>
                  </a:lnTo>
                  <a:lnTo>
                    <a:pt x="1718" y="1583"/>
                  </a:lnTo>
                  <a:lnTo>
                    <a:pt x="1482" y="1549"/>
                  </a:lnTo>
                  <a:lnTo>
                    <a:pt x="1280" y="1549"/>
                  </a:lnTo>
                  <a:lnTo>
                    <a:pt x="708" y="1617"/>
                  </a:lnTo>
                  <a:lnTo>
                    <a:pt x="472" y="1583"/>
                  </a:lnTo>
                  <a:lnTo>
                    <a:pt x="405" y="1583"/>
                  </a:lnTo>
                  <a:lnTo>
                    <a:pt x="371" y="1549"/>
                  </a:lnTo>
                  <a:lnTo>
                    <a:pt x="338" y="1482"/>
                  </a:lnTo>
                  <a:lnTo>
                    <a:pt x="304" y="1280"/>
                  </a:lnTo>
                  <a:lnTo>
                    <a:pt x="304" y="741"/>
                  </a:lnTo>
                  <a:lnTo>
                    <a:pt x="304" y="203"/>
                  </a:lnTo>
                  <a:lnTo>
                    <a:pt x="304" y="169"/>
                  </a:lnTo>
                  <a:lnTo>
                    <a:pt x="270" y="135"/>
                  </a:lnTo>
                  <a:lnTo>
                    <a:pt x="506" y="102"/>
                  </a:lnTo>
                  <a:close/>
                  <a:moveTo>
                    <a:pt x="338" y="1"/>
                  </a:moveTo>
                  <a:lnTo>
                    <a:pt x="169" y="34"/>
                  </a:lnTo>
                  <a:lnTo>
                    <a:pt x="35" y="135"/>
                  </a:lnTo>
                  <a:lnTo>
                    <a:pt x="1" y="169"/>
                  </a:lnTo>
                  <a:lnTo>
                    <a:pt x="35" y="203"/>
                  </a:lnTo>
                  <a:lnTo>
                    <a:pt x="68" y="236"/>
                  </a:lnTo>
                  <a:lnTo>
                    <a:pt x="102" y="203"/>
                  </a:lnTo>
                  <a:lnTo>
                    <a:pt x="203" y="169"/>
                  </a:lnTo>
                  <a:lnTo>
                    <a:pt x="237" y="152"/>
                  </a:lnTo>
                  <a:lnTo>
                    <a:pt x="237" y="152"/>
                  </a:lnTo>
                  <a:lnTo>
                    <a:pt x="237" y="169"/>
                  </a:lnTo>
                  <a:lnTo>
                    <a:pt x="169" y="506"/>
                  </a:lnTo>
                  <a:lnTo>
                    <a:pt x="136" y="809"/>
                  </a:lnTo>
                  <a:lnTo>
                    <a:pt x="136" y="1011"/>
                  </a:lnTo>
                  <a:lnTo>
                    <a:pt x="169" y="1213"/>
                  </a:lnTo>
                  <a:lnTo>
                    <a:pt x="169" y="1415"/>
                  </a:lnTo>
                  <a:lnTo>
                    <a:pt x="169" y="1617"/>
                  </a:lnTo>
                  <a:lnTo>
                    <a:pt x="203" y="1684"/>
                  </a:lnTo>
                  <a:lnTo>
                    <a:pt x="237" y="1684"/>
                  </a:lnTo>
                  <a:lnTo>
                    <a:pt x="540" y="1718"/>
                  </a:lnTo>
                  <a:lnTo>
                    <a:pt x="843" y="1718"/>
                  </a:lnTo>
                  <a:lnTo>
                    <a:pt x="1482" y="1684"/>
                  </a:lnTo>
                  <a:lnTo>
                    <a:pt x="1718" y="1718"/>
                  </a:lnTo>
                  <a:lnTo>
                    <a:pt x="1954" y="1751"/>
                  </a:lnTo>
                  <a:lnTo>
                    <a:pt x="2459" y="1751"/>
                  </a:lnTo>
                  <a:lnTo>
                    <a:pt x="2593" y="1684"/>
                  </a:lnTo>
                  <a:lnTo>
                    <a:pt x="2728" y="1583"/>
                  </a:lnTo>
                  <a:lnTo>
                    <a:pt x="2762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2" y="506"/>
                  </a:lnTo>
                  <a:lnTo>
                    <a:pt x="2694" y="304"/>
                  </a:lnTo>
                  <a:lnTo>
                    <a:pt x="2627" y="203"/>
                  </a:lnTo>
                  <a:lnTo>
                    <a:pt x="2560" y="135"/>
                  </a:lnTo>
                  <a:lnTo>
                    <a:pt x="2391" y="102"/>
                  </a:lnTo>
                  <a:lnTo>
                    <a:pt x="2223" y="135"/>
                  </a:lnTo>
                  <a:lnTo>
                    <a:pt x="2088" y="135"/>
                  </a:lnTo>
                  <a:lnTo>
                    <a:pt x="1920" y="102"/>
                  </a:lnTo>
                  <a:lnTo>
                    <a:pt x="1617" y="68"/>
                  </a:lnTo>
                  <a:lnTo>
                    <a:pt x="1146" y="34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33"/>
            <p:cNvSpPr/>
            <p:nvPr/>
          </p:nvSpPr>
          <p:spPr>
            <a:xfrm>
              <a:off x="3023918" y="5096314"/>
              <a:ext cx="127386" cy="50307"/>
            </a:xfrm>
            <a:custGeom>
              <a:avLst/>
              <a:gdLst/>
              <a:ahLst/>
              <a:cxnLst/>
              <a:rect l="l" t="t" r="r" b="b"/>
              <a:pathLst>
                <a:path w="2560" h="1011" extrusionOk="0">
                  <a:moveTo>
                    <a:pt x="1314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68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909"/>
                  </a:lnTo>
                  <a:lnTo>
                    <a:pt x="34" y="1010"/>
                  </a:lnTo>
                  <a:lnTo>
                    <a:pt x="169" y="1010"/>
                  </a:lnTo>
                  <a:lnTo>
                    <a:pt x="135" y="606"/>
                  </a:lnTo>
                  <a:lnTo>
                    <a:pt x="102" y="371"/>
                  </a:lnTo>
                  <a:lnTo>
                    <a:pt x="135" y="169"/>
                  </a:lnTo>
                  <a:lnTo>
                    <a:pt x="1280" y="135"/>
                  </a:lnTo>
                  <a:lnTo>
                    <a:pt x="1920" y="101"/>
                  </a:lnTo>
                  <a:lnTo>
                    <a:pt x="2257" y="101"/>
                  </a:lnTo>
                  <a:lnTo>
                    <a:pt x="2391" y="135"/>
                  </a:lnTo>
                  <a:lnTo>
                    <a:pt x="2425" y="169"/>
                  </a:lnTo>
                  <a:lnTo>
                    <a:pt x="2459" y="1010"/>
                  </a:lnTo>
                  <a:lnTo>
                    <a:pt x="2560" y="1010"/>
                  </a:lnTo>
                  <a:lnTo>
                    <a:pt x="2526" y="34"/>
                  </a:lnTo>
                  <a:lnTo>
                    <a:pt x="25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33"/>
            <p:cNvSpPr/>
            <p:nvPr/>
          </p:nvSpPr>
          <p:spPr>
            <a:xfrm>
              <a:off x="2330363" y="4724358"/>
              <a:ext cx="2218152" cy="422263"/>
            </a:xfrm>
            <a:custGeom>
              <a:avLst/>
              <a:gdLst/>
              <a:ahLst/>
              <a:cxnLst/>
              <a:rect l="l" t="t" r="r" b="b"/>
              <a:pathLst>
                <a:path w="44577" h="8486" extrusionOk="0">
                  <a:moveTo>
                    <a:pt x="2222" y="1"/>
                  </a:moveTo>
                  <a:lnTo>
                    <a:pt x="1583" y="35"/>
                  </a:lnTo>
                  <a:lnTo>
                    <a:pt x="1280" y="35"/>
                  </a:lnTo>
                  <a:lnTo>
                    <a:pt x="943" y="68"/>
                  </a:lnTo>
                  <a:lnTo>
                    <a:pt x="606" y="169"/>
                  </a:lnTo>
                  <a:lnTo>
                    <a:pt x="472" y="203"/>
                  </a:lnTo>
                  <a:lnTo>
                    <a:pt x="337" y="304"/>
                  </a:lnTo>
                  <a:lnTo>
                    <a:pt x="303" y="371"/>
                  </a:lnTo>
                  <a:lnTo>
                    <a:pt x="236" y="439"/>
                  </a:lnTo>
                  <a:lnTo>
                    <a:pt x="202" y="607"/>
                  </a:lnTo>
                  <a:lnTo>
                    <a:pt x="236" y="977"/>
                  </a:lnTo>
                  <a:lnTo>
                    <a:pt x="169" y="1583"/>
                  </a:lnTo>
                  <a:lnTo>
                    <a:pt x="135" y="2156"/>
                  </a:lnTo>
                  <a:lnTo>
                    <a:pt x="68" y="2762"/>
                  </a:lnTo>
                  <a:lnTo>
                    <a:pt x="34" y="3368"/>
                  </a:lnTo>
                  <a:lnTo>
                    <a:pt x="0" y="5927"/>
                  </a:lnTo>
                  <a:lnTo>
                    <a:pt x="0" y="7206"/>
                  </a:lnTo>
                  <a:lnTo>
                    <a:pt x="68" y="8485"/>
                  </a:lnTo>
                  <a:lnTo>
                    <a:pt x="202" y="8485"/>
                  </a:lnTo>
                  <a:lnTo>
                    <a:pt x="202" y="7475"/>
                  </a:lnTo>
                  <a:lnTo>
                    <a:pt x="236" y="6432"/>
                  </a:lnTo>
                  <a:lnTo>
                    <a:pt x="202" y="4378"/>
                  </a:lnTo>
                  <a:lnTo>
                    <a:pt x="236" y="3435"/>
                  </a:lnTo>
                  <a:lnTo>
                    <a:pt x="303" y="2492"/>
                  </a:lnTo>
                  <a:lnTo>
                    <a:pt x="371" y="1550"/>
                  </a:lnTo>
                  <a:lnTo>
                    <a:pt x="404" y="607"/>
                  </a:lnTo>
                  <a:lnTo>
                    <a:pt x="404" y="540"/>
                  </a:lnTo>
                  <a:lnTo>
                    <a:pt x="438" y="472"/>
                  </a:lnTo>
                  <a:lnTo>
                    <a:pt x="573" y="371"/>
                  </a:lnTo>
                  <a:lnTo>
                    <a:pt x="741" y="304"/>
                  </a:lnTo>
                  <a:lnTo>
                    <a:pt x="977" y="237"/>
                  </a:lnTo>
                  <a:lnTo>
                    <a:pt x="1280" y="169"/>
                  </a:lnTo>
                  <a:lnTo>
                    <a:pt x="1616" y="169"/>
                  </a:lnTo>
                  <a:lnTo>
                    <a:pt x="2323" y="136"/>
                  </a:lnTo>
                  <a:lnTo>
                    <a:pt x="3064" y="136"/>
                  </a:lnTo>
                  <a:lnTo>
                    <a:pt x="3737" y="169"/>
                  </a:lnTo>
                  <a:lnTo>
                    <a:pt x="4613" y="203"/>
                  </a:lnTo>
                  <a:lnTo>
                    <a:pt x="7475" y="270"/>
                  </a:lnTo>
                  <a:lnTo>
                    <a:pt x="8687" y="304"/>
                  </a:lnTo>
                  <a:lnTo>
                    <a:pt x="9192" y="270"/>
                  </a:lnTo>
                  <a:lnTo>
                    <a:pt x="19528" y="270"/>
                  </a:lnTo>
                  <a:lnTo>
                    <a:pt x="25588" y="304"/>
                  </a:lnTo>
                  <a:lnTo>
                    <a:pt x="31648" y="371"/>
                  </a:lnTo>
                  <a:lnTo>
                    <a:pt x="37675" y="439"/>
                  </a:lnTo>
                  <a:lnTo>
                    <a:pt x="43735" y="472"/>
                  </a:lnTo>
                  <a:lnTo>
                    <a:pt x="43870" y="573"/>
                  </a:lnTo>
                  <a:lnTo>
                    <a:pt x="44004" y="708"/>
                  </a:lnTo>
                  <a:lnTo>
                    <a:pt x="44105" y="843"/>
                  </a:lnTo>
                  <a:lnTo>
                    <a:pt x="44173" y="1045"/>
                  </a:lnTo>
                  <a:lnTo>
                    <a:pt x="44307" y="1449"/>
                  </a:lnTo>
                  <a:lnTo>
                    <a:pt x="44341" y="1920"/>
                  </a:lnTo>
                  <a:lnTo>
                    <a:pt x="44341" y="2391"/>
                  </a:lnTo>
                  <a:lnTo>
                    <a:pt x="44341" y="2829"/>
                  </a:lnTo>
                  <a:lnTo>
                    <a:pt x="44307" y="3570"/>
                  </a:lnTo>
                  <a:lnTo>
                    <a:pt x="44274" y="4815"/>
                  </a:lnTo>
                  <a:lnTo>
                    <a:pt x="44240" y="6061"/>
                  </a:lnTo>
                  <a:lnTo>
                    <a:pt x="44173" y="7273"/>
                  </a:lnTo>
                  <a:lnTo>
                    <a:pt x="44173" y="7879"/>
                  </a:lnTo>
                  <a:lnTo>
                    <a:pt x="44173" y="8485"/>
                  </a:lnTo>
                  <a:lnTo>
                    <a:pt x="44408" y="8485"/>
                  </a:lnTo>
                  <a:lnTo>
                    <a:pt x="44408" y="7644"/>
                  </a:lnTo>
                  <a:lnTo>
                    <a:pt x="44408" y="5792"/>
                  </a:lnTo>
                  <a:lnTo>
                    <a:pt x="44476" y="4411"/>
                  </a:lnTo>
                  <a:lnTo>
                    <a:pt x="44543" y="3031"/>
                  </a:lnTo>
                  <a:lnTo>
                    <a:pt x="44577" y="2391"/>
                  </a:lnTo>
                  <a:lnTo>
                    <a:pt x="44543" y="1987"/>
                  </a:lnTo>
                  <a:lnTo>
                    <a:pt x="44509" y="1583"/>
                  </a:lnTo>
                  <a:lnTo>
                    <a:pt x="44442" y="1213"/>
                  </a:lnTo>
                  <a:lnTo>
                    <a:pt x="44341" y="843"/>
                  </a:lnTo>
                  <a:lnTo>
                    <a:pt x="44240" y="708"/>
                  </a:lnTo>
                  <a:lnTo>
                    <a:pt x="44139" y="573"/>
                  </a:lnTo>
                  <a:lnTo>
                    <a:pt x="44038" y="439"/>
                  </a:lnTo>
                  <a:lnTo>
                    <a:pt x="43903" y="371"/>
                  </a:lnTo>
                  <a:lnTo>
                    <a:pt x="43870" y="270"/>
                  </a:lnTo>
                  <a:lnTo>
                    <a:pt x="43836" y="237"/>
                  </a:lnTo>
                  <a:lnTo>
                    <a:pt x="43802" y="237"/>
                  </a:lnTo>
                  <a:lnTo>
                    <a:pt x="37944" y="203"/>
                  </a:lnTo>
                  <a:lnTo>
                    <a:pt x="32052" y="136"/>
                  </a:lnTo>
                  <a:lnTo>
                    <a:pt x="26194" y="68"/>
                  </a:lnTo>
                  <a:lnTo>
                    <a:pt x="20336" y="35"/>
                  </a:lnTo>
                  <a:lnTo>
                    <a:pt x="6532" y="35"/>
                  </a:lnTo>
                  <a:lnTo>
                    <a:pt x="5151" y="68"/>
                  </a:lnTo>
                  <a:lnTo>
                    <a:pt x="4108" y="35"/>
                  </a:lnTo>
                  <a:lnTo>
                    <a:pt x="28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33"/>
            <p:cNvSpPr/>
            <p:nvPr/>
          </p:nvSpPr>
          <p:spPr>
            <a:xfrm>
              <a:off x="4044197" y="5086262"/>
              <a:ext cx="127386" cy="60359"/>
            </a:xfrm>
            <a:custGeom>
              <a:avLst/>
              <a:gdLst/>
              <a:ahLst/>
              <a:cxnLst/>
              <a:rect l="l" t="t" r="r" b="b"/>
              <a:pathLst>
                <a:path w="2560" h="1213" extrusionOk="0">
                  <a:moveTo>
                    <a:pt x="270" y="0"/>
                  </a:moveTo>
                  <a:lnTo>
                    <a:pt x="102" y="34"/>
                  </a:lnTo>
                  <a:lnTo>
                    <a:pt x="34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212"/>
                  </a:lnTo>
                  <a:lnTo>
                    <a:pt x="270" y="1212"/>
                  </a:lnTo>
                  <a:lnTo>
                    <a:pt x="236" y="674"/>
                  </a:lnTo>
                  <a:lnTo>
                    <a:pt x="169" y="169"/>
                  </a:lnTo>
                  <a:lnTo>
                    <a:pt x="708" y="169"/>
                  </a:lnTo>
                  <a:lnTo>
                    <a:pt x="1516" y="202"/>
                  </a:lnTo>
                  <a:lnTo>
                    <a:pt x="2223" y="202"/>
                  </a:lnTo>
                  <a:lnTo>
                    <a:pt x="2290" y="236"/>
                  </a:lnTo>
                  <a:lnTo>
                    <a:pt x="2324" y="337"/>
                  </a:lnTo>
                  <a:lnTo>
                    <a:pt x="2391" y="438"/>
                  </a:lnTo>
                  <a:lnTo>
                    <a:pt x="2391" y="573"/>
                  </a:lnTo>
                  <a:lnTo>
                    <a:pt x="2391" y="876"/>
                  </a:lnTo>
                  <a:lnTo>
                    <a:pt x="2391" y="1212"/>
                  </a:lnTo>
                  <a:lnTo>
                    <a:pt x="2526" y="1212"/>
                  </a:lnTo>
                  <a:lnTo>
                    <a:pt x="2526" y="977"/>
                  </a:lnTo>
                  <a:lnTo>
                    <a:pt x="2559" y="606"/>
                  </a:lnTo>
                  <a:lnTo>
                    <a:pt x="2526" y="404"/>
                  </a:lnTo>
                  <a:lnTo>
                    <a:pt x="2458" y="236"/>
                  </a:lnTo>
                  <a:lnTo>
                    <a:pt x="2391" y="169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55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" name="Google Shape;156;p33"/>
          <p:cNvGrpSpPr/>
          <p:nvPr/>
        </p:nvGrpSpPr>
        <p:grpSpPr>
          <a:xfrm>
            <a:off x="669098" y="3632076"/>
            <a:ext cx="366930" cy="1514545"/>
            <a:chOff x="135698" y="3632076"/>
            <a:chExt cx="366930" cy="1514545"/>
          </a:xfrm>
        </p:grpSpPr>
        <p:sp>
          <p:nvSpPr>
            <p:cNvPr id="157" name="Google Shape;157;p33"/>
            <p:cNvSpPr/>
            <p:nvPr/>
          </p:nvSpPr>
          <p:spPr>
            <a:xfrm>
              <a:off x="135698" y="3632076"/>
              <a:ext cx="366930" cy="1514545"/>
            </a:xfrm>
            <a:custGeom>
              <a:avLst/>
              <a:gdLst/>
              <a:ahLst/>
              <a:cxnLst/>
              <a:rect l="l" t="t" r="r" b="b"/>
              <a:pathLst>
                <a:path w="7374" h="30437" extrusionOk="0">
                  <a:moveTo>
                    <a:pt x="2660" y="236"/>
                  </a:moveTo>
                  <a:lnTo>
                    <a:pt x="2862" y="270"/>
                  </a:lnTo>
                  <a:lnTo>
                    <a:pt x="2997" y="337"/>
                  </a:lnTo>
                  <a:lnTo>
                    <a:pt x="3131" y="404"/>
                  </a:lnTo>
                  <a:lnTo>
                    <a:pt x="3199" y="539"/>
                  </a:lnTo>
                  <a:lnTo>
                    <a:pt x="3266" y="674"/>
                  </a:lnTo>
                  <a:lnTo>
                    <a:pt x="3333" y="842"/>
                  </a:lnTo>
                  <a:lnTo>
                    <a:pt x="3401" y="1179"/>
                  </a:lnTo>
                  <a:lnTo>
                    <a:pt x="3468" y="1650"/>
                  </a:lnTo>
                  <a:lnTo>
                    <a:pt x="3535" y="2155"/>
                  </a:lnTo>
                  <a:lnTo>
                    <a:pt x="3569" y="3165"/>
                  </a:lnTo>
                  <a:lnTo>
                    <a:pt x="3603" y="3502"/>
                  </a:lnTo>
                  <a:lnTo>
                    <a:pt x="3670" y="3805"/>
                  </a:lnTo>
                  <a:lnTo>
                    <a:pt x="3535" y="3872"/>
                  </a:lnTo>
                  <a:lnTo>
                    <a:pt x="3502" y="3805"/>
                  </a:lnTo>
                  <a:lnTo>
                    <a:pt x="3468" y="3771"/>
                  </a:lnTo>
                  <a:lnTo>
                    <a:pt x="3367" y="3771"/>
                  </a:lnTo>
                  <a:lnTo>
                    <a:pt x="3367" y="3839"/>
                  </a:lnTo>
                  <a:lnTo>
                    <a:pt x="3367" y="3940"/>
                  </a:lnTo>
                  <a:lnTo>
                    <a:pt x="3030" y="4074"/>
                  </a:lnTo>
                  <a:lnTo>
                    <a:pt x="2727" y="4142"/>
                  </a:lnTo>
                  <a:lnTo>
                    <a:pt x="2357" y="4175"/>
                  </a:lnTo>
                  <a:lnTo>
                    <a:pt x="1987" y="4142"/>
                  </a:lnTo>
                  <a:lnTo>
                    <a:pt x="1583" y="4175"/>
                  </a:lnTo>
                  <a:lnTo>
                    <a:pt x="1381" y="4175"/>
                  </a:lnTo>
                  <a:lnTo>
                    <a:pt x="1145" y="4142"/>
                  </a:lnTo>
                  <a:lnTo>
                    <a:pt x="976" y="4108"/>
                  </a:lnTo>
                  <a:lnTo>
                    <a:pt x="808" y="4041"/>
                  </a:lnTo>
                  <a:lnTo>
                    <a:pt x="707" y="3872"/>
                  </a:lnTo>
                  <a:lnTo>
                    <a:pt x="640" y="3670"/>
                  </a:lnTo>
                  <a:lnTo>
                    <a:pt x="471" y="2896"/>
                  </a:lnTo>
                  <a:lnTo>
                    <a:pt x="337" y="2121"/>
                  </a:lnTo>
                  <a:lnTo>
                    <a:pt x="269" y="1751"/>
                  </a:lnTo>
                  <a:lnTo>
                    <a:pt x="236" y="1381"/>
                  </a:lnTo>
                  <a:lnTo>
                    <a:pt x="236" y="977"/>
                  </a:lnTo>
                  <a:lnTo>
                    <a:pt x="269" y="573"/>
                  </a:lnTo>
                  <a:lnTo>
                    <a:pt x="640" y="472"/>
                  </a:lnTo>
                  <a:lnTo>
                    <a:pt x="1044" y="371"/>
                  </a:lnTo>
                  <a:lnTo>
                    <a:pt x="1448" y="303"/>
                  </a:lnTo>
                  <a:lnTo>
                    <a:pt x="1886" y="236"/>
                  </a:lnTo>
                  <a:close/>
                  <a:moveTo>
                    <a:pt x="3401" y="4175"/>
                  </a:moveTo>
                  <a:lnTo>
                    <a:pt x="3502" y="4579"/>
                  </a:lnTo>
                  <a:lnTo>
                    <a:pt x="3603" y="5118"/>
                  </a:lnTo>
                  <a:lnTo>
                    <a:pt x="3603" y="5320"/>
                  </a:lnTo>
                  <a:lnTo>
                    <a:pt x="3636" y="5488"/>
                  </a:lnTo>
                  <a:lnTo>
                    <a:pt x="2997" y="5556"/>
                  </a:lnTo>
                  <a:lnTo>
                    <a:pt x="2357" y="5623"/>
                  </a:lnTo>
                  <a:lnTo>
                    <a:pt x="1818" y="5690"/>
                  </a:lnTo>
                  <a:lnTo>
                    <a:pt x="1549" y="5724"/>
                  </a:lnTo>
                  <a:lnTo>
                    <a:pt x="1313" y="5825"/>
                  </a:lnTo>
                  <a:lnTo>
                    <a:pt x="1313" y="5657"/>
                  </a:lnTo>
                  <a:lnTo>
                    <a:pt x="1279" y="5488"/>
                  </a:lnTo>
                  <a:lnTo>
                    <a:pt x="1212" y="5152"/>
                  </a:lnTo>
                  <a:lnTo>
                    <a:pt x="1178" y="4748"/>
                  </a:lnTo>
                  <a:lnTo>
                    <a:pt x="1145" y="4377"/>
                  </a:lnTo>
                  <a:lnTo>
                    <a:pt x="1482" y="4377"/>
                  </a:lnTo>
                  <a:lnTo>
                    <a:pt x="1785" y="4344"/>
                  </a:lnTo>
                  <a:lnTo>
                    <a:pt x="2222" y="4377"/>
                  </a:lnTo>
                  <a:lnTo>
                    <a:pt x="2626" y="4344"/>
                  </a:lnTo>
                  <a:lnTo>
                    <a:pt x="3030" y="4310"/>
                  </a:lnTo>
                  <a:lnTo>
                    <a:pt x="3199" y="4243"/>
                  </a:lnTo>
                  <a:lnTo>
                    <a:pt x="3401" y="4175"/>
                  </a:lnTo>
                  <a:close/>
                  <a:moveTo>
                    <a:pt x="3737" y="5724"/>
                  </a:moveTo>
                  <a:lnTo>
                    <a:pt x="3838" y="5758"/>
                  </a:lnTo>
                  <a:lnTo>
                    <a:pt x="3906" y="5791"/>
                  </a:lnTo>
                  <a:lnTo>
                    <a:pt x="3939" y="5892"/>
                  </a:lnTo>
                  <a:lnTo>
                    <a:pt x="3973" y="5993"/>
                  </a:lnTo>
                  <a:lnTo>
                    <a:pt x="4007" y="6263"/>
                  </a:lnTo>
                  <a:lnTo>
                    <a:pt x="3973" y="6532"/>
                  </a:lnTo>
                  <a:lnTo>
                    <a:pt x="2593" y="6700"/>
                  </a:lnTo>
                  <a:lnTo>
                    <a:pt x="2020" y="6768"/>
                  </a:lnTo>
                  <a:lnTo>
                    <a:pt x="1751" y="6835"/>
                  </a:lnTo>
                  <a:lnTo>
                    <a:pt x="1448" y="6936"/>
                  </a:lnTo>
                  <a:lnTo>
                    <a:pt x="1279" y="6667"/>
                  </a:lnTo>
                  <a:lnTo>
                    <a:pt x="1212" y="6532"/>
                  </a:lnTo>
                  <a:lnTo>
                    <a:pt x="1145" y="6397"/>
                  </a:lnTo>
                  <a:lnTo>
                    <a:pt x="1111" y="6229"/>
                  </a:lnTo>
                  <a:lnTo>
                    <a:pt x="1111" y="6061"/>
                  </a:lnTo>
                  <a:lnTo>
                    <a:pt x="1246" y="6061"/>
                  </a:lnTo>
                  <a:lnTo>
                    <a:pt x="1414" y="6027"/>
                  </a:lnTo>
                  <a:lnTo>
                    <a:pt x="1684" y="5960"/>
                  </a:lnTo>
                  <a:lnTo>
                    <a:pt x="2290" y="5859"/>
                  </a:lnTo>
                  <a:lnTo>
                    <a:pt x="2896" y="5791"/>
                  </a:lnTo>
                  <a:lnTo>
                    <a:pt x="3737" y="5724"/>
                  </a:lnTo>
                  <a:close/>
                  <a:moveTo>
                    <a:pt x="3771" y="6801"/>
                  </a:moveTo>
                  <a:lnTo>
                    <a:pt x="3771" y="6835"/>
                  </a:lnTo>
                  <a:lnTo>
                    <a:pt x="3771" y="7374"/>
                  </a:lnTo>
                  <a:lnTo>
                    <a:pt x="3838" y="7946"/>
                  </a:lnTo>
                  <a:lnTo>
                    <a:pt x="3906" y="8518"/>
                  </a:lnTo>
                  <a:lnTo>
                    <a:pt x="3973" y="9057"/>
                  </a:lnTo>
                  <a:lnTo>
                    <a:pt x="4040" y="9798"/>
                  </a:lnTo>
                  <a:lnTo>
                    <a:pt x="4175" y="10505"/>
                  </a:lnTo>
                  <a:lnTo>
                    <a:pt x="4276" y="10942"/>
                  </a:lnTo>
                  <a:lnTo>
                    <a:pt x="4444" y="11380"/>
                  </a:lnTo>
                  <a:lnTo>
                    <a:pt x="4815" y="12188"/>
                  </a:lnTo>
                  <a:lnTo>
                    <a:pt x="4411" y="12323"/>
                  </a:lnTo>
                  <a:lnTo>
                    <a:pt x="3973" y="12424"/>
                  </a:lnTo>
                  <a:lnTo>
                    <a:pt x="3131" y="12525"/>
                  </a:lnTo>
                  <a:lnTo>
                    <a:pt x="2694" y="12559"/>
                  </a:lnTo>
                  <a:lnTo>
                    <a:pt x="2458" y="12592"/>
                  </a:lnTo>
                  <a:lnTo>
                    <a:pt x="2256" y="12660"/>
                  </a:lnTo>
                  <a:lnTo>
                    <a:pt x="2222" y="11919"/>
                  </a:lnTo>
                  <a:lnTo>
                    <a:pt x="2155" y="11178"/>
                  </a:lnTo>
                  <a:lnTo>
                    <a:pt x="1987" y="9697"/>
                  </a:lnTo>
                  <a:lnTo>
                    <a:pt x="1953" y="9057"/>
                  </a:lnTo>
                  <a:lnTo>
                    <a:pt x="1886" y="8384"/>
                  </a:lnTo>
                  <a:lnTo>
                    <a:pt x="1785" y="7744"/>
                  </a:lnTo>
                  <a:lnTo>
                    <a:pt x="1684" y="7407"/>
                  </a:lnTo>
                  <a:lnTo>
                    <a:pt x="1583" y="7104"/>
                  </a:lnTo>
                  <a:lnTo>
                    <a:pt x="1886" y="7071"/>
                  </a:lnTo>
                  <a:lnTo>
                    <a:pt x="2222" y="7037"/>
                  </a:lnTo>
                  <a:lnTo>
                    <a:pt x="2862" y="6936"/>
                  </a:lnTo>
                  <a:lnTo>
                    <a:pt x="3771" y="6801"/>
                  </a:lnTo>
                  <a:close/>
                  <a:moveTo>
                    <a:pt x="5185" y="12256"/>
                  </a:moveTo>
                  <a:lnTo>
                    <a:pt x="5185" y="12424"/>
                  </a:lnTo>
                  <a:lnTo>
                    <a:pt x="5252" y="12592"/>
                  </a:lnTo>
                  <a:lnTo>
                    <a:pt x="5320" y="12761"/>
                  </a:lnTo>
                  <a:lnTo>
                    <a:pt x="5421" y="12929"/>
                  </a:lnTo>
                  <a:lnTo>
                    <a:pt x="5623" y="13232"/>
                  </a:lnTo>
                  <a:lnTo>
                    <a:pt x="5892" y="13535"/>
                  </a:lnTo>
                  <a:lnTo>
                    <a:pt x="6161" y="13804"/>
                  </a:lnTo>
                  <a:lnTo>
                    <a:pt x="6431" y="14107"/>
                  </a:lnTo>
                  <a:lnTo>
                    <a:pt x="6666" y="14410"/>
                  </a:lnTo>
                  <a:lnTo>
                    <a:pt x="6734" y="14579"/>
                  </a:lnTo>
                  <a:lnTo>
                    <a:pt x="6801" y="14747"/>
                  </a:lnTo>
                  <a:lnTo>
                    <a:pt x="6868" y="14983"/>
                  </a:lnTo>
                  <a:lnTo>
                    <a:pt x="6868" y="15252"/>
                  </a:lnTo>
                  <a:lnTo>
                    <a:pt x="6868" y="15488"/>
                  </a:lnTo>
                  <a:lnTo>
                    <a:pt x="6835" y="15723"/>
                  </a:lnTo>
                  <a:lnTo>
                    <a:pt x="6700" y="16228"/>
                  </a:lnTo>
                  <a:lnTo>
                    <a:pt x="6532" y="16700"/>
                  </a:lnTo>
                  <a:lnTo>
                    <a:pt x="6363" y="17171"/>
                  </a:lnTo>
                  <a:lnTo>
                    <a:pt x="6229" y="17676"/>
                  </a:lnTo>
                  <a:lnTo>
                    <a:pt x="6161" y="17912"/>
                  </a:lnTo>
                  <a:lnTo>
                    <a:pt x="6128" y="18147"/>
                  </a:lnTo>
                  <a:lnTo>
                    <a:pt x="6128" y="18383"/>
                  </a:lnTo>
                  <a:lnTo>
                    <a:pt x="6161" y="18652"/>
                  </a:lnTo>
                  <a:lnTo>
                    <a:pt x="5320" y="18821"/>
                  </a:lnTo>
                  <a:lnTo>
                    <a:pt x="4882" y="18888"/>
                  </a:lnTo>
                  <a:lnTo>
                    <a:pt x="4444" y="18955"/>
                  </a:lnTo>
                  <a:lnTo>
                    <a:pt x="3636" y="19023"/>
                  </a:lnTo>
                  <a:lnTo>
                    <a:pt x="3232" y="19090"/>
                  </a:lnTo>
                  <a:lnTo>
                    <a:pt x="2862" y="19191"/>
                  </a:lnTo>
                  <a:lnTo>
                    <a:pt x="2727" y="18888"/>
                  </a:lnTo>
                  <a:lnTo>
                    <a:pt x="2559" y="18619"/>
                  </a:lnTo>
                  <a:lnTo>
                    <a:pt x="2323" y="18383"/>
                  </a:lnTo>
                  <a:lnTo>
                    <a:pt x="2088" y="18147"/>
                  </a:lnTo>
                  <a:lnTo>
                    <a:pt x="1852" y="17945"/>
                  </a:lnTo>
                  <a:lnTo>
                    <a:pt x="1650" y="17710"/>
                  </a:lnTo>
                  <a:lnTo>
                    <a:pt x="1515" y="17508"/>
                  </a:lnTo>
                  <a:lnTo>
                    <a:pt x="1381" y="17272"/>
                  </a:lnTo>
                  <a:lnTo>
                    <a:pt x="1279" y="17003"/>
                  </a:lnTo>
                  <a:lnTo>
                    <a:pt x="1212" y="16733"/>
                  </a:lnTo>
                  <a:lnTo>
                    <a:pt x="1145" y="16464"/>
                  </a:lnTo>
                  <a:lnTo>
                    <a:pt x="1111" y="16161"/>
                  </a:lnTo>
                  <a:lnTo>
                    <a:pt x="1111" y="15757"/>
                  </a:lnTo>
                  <a:lnTo>
                    <a:pt x="1178" y="15319"/>
                  </a:lnTo>
                  <a:lnTo>
                    <a:pt x="1279" y="14915"/>
                  </a:lnTo>
                  <a:lnTo>
                    <a:pt x="1414" y="14511"/>
                  </a:lnTo>
                  <a:lnTo>
                    <a:pt x="1684" y="13703"/>
                  </a:lnTo>
                  <a:lnTo>
                    <a:pt x="1818" y="13299"/>
                  </a:lnTo>
                  <a:lnTo>
                    <a:pt x="1919" y="12929"/>
                  </a:lnTo>
                  <a:lnTo>
                    <a:pt x="2357" y="12862"/>
                  </a:lnTo>
                  <a:lnTo>
                    <a:pt x="2795" y="12828"/>
                  </a:lnTo>
                  <a:lnTo>
                    <a:pt x="3704" y="12660"/>
                  </a:lnTo>
                  <a:lnTo>
                    <a:pt x="4007" y="12626"/>
                  </a:lnTo>
                  <a:lnTo>
                    <a:pt x="4343" y="12559"/>
                  </a:lnTo>
                  <a:lnTo>
                    <a:pt x="4646" y="12491"/>
                  </a:lnTo>
                  <a:lnTo>
                    <a:pt x="4916" y="12390"/>
                  </a:lnTo>
                  <a:lnTo>
                    <a:pt x="4983" y="12357"/>
                  </a:lnTo>
                  <a:lnTo>
                    <a:pt x="5050" y="12323"/>
                  </a:lnTo>
                  <a:lnTo>
                    <a:pt x="5185" y="12256"/>
                  </a:lnTo>
                  <a:close/>
                  <a:moveTo>
                    <a:pt x="2054" y="0"/>
                  </a:moveTo>
                  <a:lnTo>
                    <a:pt x="1549" y="34"/>
                  </a:lnTo>
                  <a:lnTo>
                    <a:pt x="1044" y="135"/>
                  </a:lnTo>
                  <a:lnTo>
                    <a:pt x="539" y="270"/>
                  </a:lnTo>
                  <a:lnTo>
                    <a:pt x="303" y="337"/>
                  </a:lnTo>
                  <a:lnTo>
                    <a:pt x="101" y="472"/>
                  </a:lnTo>
                  <a:lnTo>
                    <a:pt x="67" y="505"/>
                  </a:lnTo>
                  <a:lnTo>
                    <a:pt x="67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34" y="808"/>
                  </a:lnTo>
                  <a:lnTo>
                    <a:pt x="0" y="1010"/>
                  </a:lnTo>
                  <a:lnTo>
                    <a:pt x="0" y="1414"/>
                  </a:lnTo>
                  <a:lnTo>
                    <a:pt x="67" y="1852"/>
                  </a:lnTo>
                  <a:lnTo>
                    <a:pt x="135" y="2256"/>
                  </a:lnTo>
                  <a:lnTo>
                    <a:pt x="236" y="2828"/>
                  </a:lnTo>
                  <a:lnTo>
                    <a:pt x="370" y="3401"/>
                  </a:lnTo>
                  <a:lnTo>
                    <a:pt x="404" y="3738"/>
                  </a:lnTo>
                  <a:lnTo>
                    <a:pt x="438" y="3940"/>
                  </a:lnTo>
                  <a:lnTo>
                    <a:pt x="505" y="4108"/>
                  </a:lnTo>
                  <a:lnTo>
                    <a:pt x="606" y="4209"/>
                  </a:lnTo>
                  <a:lnTo>
                    <a:pt x="673" y="4276"/>
                  </a:lnTo>
                  <a:lnTo>
                    <a:pt x="808" y="4344"/>
                  </a:lnTo>
                  <a:lnTo>
                    <a:pt x="909" y="4377"/>
                  </a:lnTo>
                  <a:lnTo>
                    <a:pt x="943" y="4815"/>
                  </a:lnTo>
                  <a:lnTo>
                    <a:pt x="976" y="5253"/>
                  </a:lnTo>
                  <a:lnTo>
                    <a:pt x="1010" y="5589"/>
                  </a:lnTo>
                  <a:lnTo>
                    <a:pt x="1044" y="5791"/>
                  </a:lnTo>
                  <a:lnTo>
                    <a:pt x="1145" y="5926"/>
                  </a:lnTo>
                  <a:lnTo>
                    <a:pt x="1111" y="5960"/>
                  </a:lnTo>
                  <a:lnTo>
                    <a:pt x="1077" y="5892"/>
                  </a:lnTo>
                  <a:lnTo>
                    <a:pt x="1010" y="5892"/>
                  </a:lnTo>
                  <a:lnTo>
                    <a:pt x="943" y="6027"/>
                  </a:lnTo>
                  <a:lnTo>
                    <a:pt x="943" y="6162"/>
                  </a:lnTo>
                  <a:lnTo>
                    <a:pt x="943" y="6296"/>
                  </a:lnTo>
                  <a:lnTo>
                    <a:pt x="976" y="6465"/>
                  </a:lnTo>
                  <a:lnTo>
                    <a:pt x="1111" y="6768"/>
                  </a:lnTo>
                  <a:lnTo>
                    <a:pt x="1279" y="7003"/>
                  </a:lnTo>
                  <a:lnTo>
                    <a:pt x="1212" y="7037"/>
                  </a:lnTo>
                  <a:lnTo>
                    <a:pt x="1178" y="7071"/>
                  </a:lnTo>
                  <a:lnTo>
                    <a:pt x="1212" y="7104"/>
                  </a:lnTo>
                  <a:lnTo>
                    <a:pt x="1381" y="7104"/>
                  </a:lnTo>
                  <a:lnTo>
                    <a:pt x="1482" y="7744"/>
                  </a:lnTo>
                  <a:lnTo>
                    <a:pt x="1583" y="8417"/>
                  </a:lnTo>
                  <a:lnTo>
                    <a:pt x="1684" y="9057"/>
                  </a:lnTo>
                  <a:lnTo>
                    <a:pt x="1751" y="9697"/>
                  </a:lnTo>
                  <a:lnTo>
                    <a:pt x="1886" y="11212"/>
                  </a:lnTo>
                  <a:lnTo>
                    <a:pt x="1953" y="11986"/>
                  </a:lnTo>
                  <a:lnTo>
                    <a:pt x="1987" y="12727"/>
                  </a:lnTo>
                  <a:lnTo>
                    <a:pt x="1987" y="12761"/>
                  </a:lnTo>
                  <a:lnTo>
                    <a:pt x="1919" y="12828"/>
                  </a:lnTo>
                  <a:lnTo>
                    <a:pt x="1919" y="12794"/>
                  </a:lnTo>
                  <a:lnTo>
                    <a:pt x="1852" y="12828"/>
                  </a:lnTo>
                  <a:lnTo>
                    <a:pt x="1785" y="12929"/>
                  </a:lnTo>
                  <a:lnTo>
                    <a:pt x="1684" y="13165"/>
                  </a:lnTo>
                  <a:lnTo>
                    <a:pt x="1549" y="13636"/>
                  </a:lnTo>
                  <a:lnTo>
                    <a:pt x="1313" y="14141"/>
                  </a:lnTo>
                  <a:lnTo>
                    <a:pt x="1145" y="14680"/>
                  </a:lnTo>
                  <a:lnTo>
                    <a:pt x="1010" y="15218"/>
                  </a:lnTo>
                  <a:lnTo>
                    <a:pt x="909" y="15791"/>
                  </a:lnTo>
                  <a:lnTo>
                    <a:pt x="909" y="16296"/>
                  </a:lnTo>
                  <a:lnTo>
                    <a:pt x="943" y="16767"/>
                  </a:lnTo>
                  <a:lnTo>
                    <a:pt x="1077" y="17238"/>
                  </a:lnTo>
                  <a:lnTo>
                    <a:pt x="1145" y="17440"/>
                  </a:lnTo>
                  <a:lnTo>
                    <a:pt x="1279" y="17676"/>
                  </a:lnTo>
                  <a:lnTo>
                    <a:pt x="1414" y="17912"/>
                  </a:lnTo>
                  <a:lnTo>
                    <a:pt x="1616" y="18114"/>
                  </a:lnTo>
                  <a:lnTo>
                    <a:pt x="2020" y="18484"/>
                  </a:lnTo>
                  <a:lnTo>
                    <a:pt x="2189" y="18652"/>
                  </a:lnTo>
                  <a:lnTo>
                    <a:pt x="2391" y="18854"/>
                  </a:lnTo>
                  <a:lnTo>
                    <a:pt x="2525" y="19090"/>
                  </a:lnTo>
                  <a:lnTo>
                    <a:pt x="2626" y="19359"/>
                  </a:lnTo>
                  <a:lnTo>
                    <a:pt x="2660" y="19427"/>
                  </a:lnTo>
                  <a:lnTo>
                    <a:pt x="2727" y="19460"/>
                  </a:lnTo>
                  <a:lnTo>
                    <a:pt x="2761" y="19460"/>
                  </a:lnTo>
                  <a:lnTo>
                    <a:pt x="2828" y="19427"/>
                  </a:lnTo>
                  <a:lnTo>
                    <a:pt x="2963" y="19764"/>
                  </a:lnTo>
                  <a:lnTo>
                    <a:pt x="3098" y="20134"/>
                  </a:lnTo>
                  <a:lnTo>
                    <a:pt x="3199" y="20471"/>
                  </a:lnTo>
                  <a:lnTo>
                    <a:pt x="3266" y="20841"/>
                  </a:lnTo>
                  <a:lnTo>
                    <a:pt x="3333" y="21582"/>
                  </a:lnTo>
                  <a:lnTo>
                    <a:pt x="3434" y="22322"/>
                  </a:lnTo>
                  <a:lnTo>
                    <a:pt x="3704" y="24107"/>
                  </a:lnTo>
                  <a:lnTo>
                    <a:pt x="3838" y="24982"/>
                  </a:lnTo>
                  <a:lnTo>
                    <a:pt x="3939" y="25891"/>
                  </a:lnTo>
                  <a:lnTo>
                    <a:pt x="4074" y="27036"/>
                  </a:lnTo>
                  <a:lnTo>
                    <a:pt x="4209" y="28181"/>
                  </a:lnTo>
                  <a:lnTo>
                    <a:pt x="4411" y="29325"/>
                  </a:lnTo>
                  <a:lnTo>
                    <a:pt x="4680" y="30436"/>
                  </a:lnTo>
                  <a:lnTo>
                    <a:pt x="4983" y="30436"/>
                  </a:lnTo>
                  <a:lnTo>
                    <a:pt x="4781" y="29797"/>
                  </a:lnTo>
                  <a:lnTo>
                    <a:pt x="4613" y="29123"/>
                  </a:lnTo>
                  <a:lnTo>
                    <a:pt x="4444" y="28181"/>
                  </a:lnTo>
                  <a:lnTo>
                    <a:pt x="4343" y="27271"/>
                  </a:lnTo>
                  <a:lnTo>
                    <a:pt x="4141" y="25386"/>
                  </a:lnTo>
                  <a:lnTo>
                    <a:pt x="3872" y="23669"/>
                  </a:lnTo>
                  <a:lnTo>
                    <a:pt x="3603" y="21986"/>
                  </a:lnTo>
                  <a:lnTo>
                    <a:pt x="3535" y="21312"/>
                  </a:lnTo>
                  <a:lnTo>
                    <a:pt x="3434" y="20639"/>
                  </a:lnTo>
                  <a:lnTo>
                    <a:pt x="3367" y="20302"/>
                  </a:lnTo>
                  <a:lnTo>
                    <a:pt x="3266" y="19966"/>
                  </a:lnTo>
                  <a:lnTo>
                    <a:pt x="3165" y="19663"/>
                  </a:lnTo>
                  <a:lnTo>
                    <a:pt x="2997" y="19393"/>
                  </a:lnTo>
                  <a:lnTo>
                    <a:pt x="3939" y="19225"/>
                  </a:lnTo>
                  <a:lnTo>
                    <a:pt x="4882" y="19124"/>
                  </a:lnTo>
                  <a:lnTo>
                    <a:pt x="5488" y="19056"/>
                  </a:lnTo>
                  <a:lnTo>
                    <a:pt x="5757" y="18989"/>
                  </a:lnTo>
                  <a:lnTo>
                    <a:pt x="6060" y="18888"/>
                  </a:lnTo>
                  <a:lnTo>
                    <a:pt x="6060" y="18888"/>
                  </a:lnTo>
                  <a:lnTo>
                    <a:pt x="6027" y="19663"/>
                  </a:lnTo>
                  <a:lnTo>
                    <a:pt x="6027" y="20437"/>
                  </a:lnTo>
                  <a:lnTo>
                    <a:pt x="6094" y="21211"/>
                  </a:lnTo>
                  <a:lnTo>
                    <a:pt x="6161" y="21986"/>
                  </a:lnTo>
                  <a:lnTo>
                    <a:pt x="6363" y="23568"/>
                  </a:lnTo>
                  <a:lnTo>
                    <a:pt x="6532" y="25083"/>
                  </a:lnTo>
                  <a:lnTo>
                    <a:pt x="7070" y="30436"/>
                  </a:lnTo>
                  <a:lnTo>
                    <a:pt x="7373" y="30436"/>
                  </a:lnTo>
                  <a:lnTo>
                    <a:pt x="7104" y="27777"/>
                  </a:lnTo>
                  <a:lnTo>
                    <a:pt x="6801" y="25083"/>
                  </a:lnTo>
                  <a:lnTo>
                    <a:pt x="6498" y="21952"/>
                  </a:lnTo>
                  <a:lnTo>
                    <a:pt x="6195" y="18821"/>
                  </a:lnTo>
                  <a:lnTo>
                    <a:pt x="6262" y="19023"/>
                  </a:lnTo>
                  <a:lnTo>
                    <a:pt x="6296" y="19056"/>
                  </a:lnTo>
                  <a:lnTo>
                    <a:pt x="6330" y="19090"/>
                  </a:lnTo>
                  <a:lnTo>
                    <a:pt x="6431" y="19124"/>
                  </a:lnTo>
                  <a:lnTo>
                    <a:pt x="6498" y="19056"/>
                  </a:lnTo>
                  <a:lnTo>
                    <a:pt x="6532" y="19023"/>
                  </a:lnTo>
                  <a:lnTo>
                    <a:pt x="6532" y="18955"/>
                  </a:lnTo>
                  <a:lnTo>
                    <a:pt x="6464" y="18686"/>
                  </a:lnTo>
                  <a:lnTo>
                    <a:pt x="6431" y="18450"/>
                  </a:lnTo>
                  <a:lnTo>
                    <a:pt x="6431" y="18181"/>
                  </a:lnTo>
                  <a:lnTo>
                    <a:pt x="6464" y="17945"/>
                  </a:lnTo>
                  <a:lnTo>
                    <a:pt x="6565" y="17440"/>
                  </a:lnTo>
                  <a:lnTo>
                    <a:pt x="6734" y="16935"/>
                  </a:lnTo>
                  <a:lnTo>
                    <a:pt x="6868" y="16430"/>
                  </a:lnTo>
                  <a:lnTo>
                    <a:pt x="7037" y="15925"/>
                  </a:lnTo>
                  <a:lnTo>
                    <a:pt x="7104" y="15420"/>
                  </a:lnTo>
                  <a:lnTo>
                    <a:pt x="7104" y="15185"/>
                  </a:lnTo>
                  <a:lnTo>
                    <a:pt x="7104" y="14915"/>
                  </a:lnTo>
                  <a:lnTo>
                    <a:pt x="7070" y="14713"/>
                  </a:lnTo>
                  <a:lnTo>
                    <a:pt x="7037" y="14545"/>
                  </a:lnTo>
                  <a:lnTo>
                    <a:pt x="6868" y="14208"/>
                  </a:lnTo>
                  <a:lnTo>
                    <a:pt x="6666" y="13905"/>
                  </a:lnTo>
                  <a:lnTo>
                    <a:pt x="6397" y="13636"/>
                  </a:lnTo>
                  <a:lnTo>
                    <a:pt x="6060" y="13266"/>
                  </a:lnTo>
                  <a:lnTo>
                    <a:pt x="5757" y="12862"/>
                  </a:lnTo>
                  <a:lnTo>
                    <a:pt x="5623" y="12660"/>
                  </a:lnTo>
                  <a:lnTo>
                    <a:pt x="5488" y="12458"/>
                  </a:lnTo>
                  <a:lnTo>
                    <a:pt x="5387" y="12222"/>
                  </a:lnTo>
                  <a:lnTo>
                    <a:pt x="5320" y="11953"/>
                  </a:lnTo>
                  <a:lnTo>
                    <a:pt x="5286" y="11919"/>
                  </a:lnTo>
                  <a:lnTo>
                    <a:pt x="5219" y="11919"/>
                  </a:lnTo>
                  <a:lnTo>
                    <a:pt x="5185" y="11953"/>
                  </a:lnTo>
                  <a:lnTo>
                    <a:pt x="5185" y="12087"/>
                  </a:lnTo>
                  <a:lnTo>
                    <a:pt x="5118" y="12054"/>
                  </a:lnTo>
                  <a:lnTo>
                    <a:pt x="5050" y="12054"/>
                  </a:lnTo>
                  <a:lnTo>
                    <a:pt x="5017" y="12087"/>
                  </a:lnTo>
                  <a:lnTo>
                    <a:pt x="4983" y="11919"/>
                  </a:lnTo>
                  <a:lnTo>
                    <a:pt x="4882" y="11751"/>
                  </a:lnTo>
                  <a:lnTo>
                    <a:pt x="4613" y="11111"/>
                  </a:lnTo>
                  <a:lnTo>
                    <a:pt x="4478" y="10808"/>
                  </a:lnTo>
                  <a:lnTo>
                    <a:pt x="4411" y="10437"/>
                  </a:lnTo>
                  <a:lnTo>
                    <a:pt x="4242" y="9596"/>
                  </a:lnTo>
                  <a:lnTo>
                    <a:pt x="4141" y="8687"/>
                  </a:lnTo>
                  <a:lnTo>
                    <a:pt x="4141" y="8350"/>
                  </a:lnTo>
                  <a:lnTo>
                    <a:pt x="4108" y="7710"/>
                  </a:lnTo>
                  <a:lnTo>
                    <a:pt x="4074" y="7374"/>
                  </a:lnTo>
                  <a:lnTo>
                    <a:pt x="4007" y="7104"/>
                  </a:lnTo>
                  <a:lnTo>
                    <a:pt x="3939" y="6902"/>
                  </a:lnTo>
                  <a:lnTo>
                    <a:pt x="3872" y="6835"/>
                  </a:lnTo>
                  <a:lnTo>
                    <a:pt x="3838" y="6801"/>
                  </a:lnTo>
                  <a:lnTo>
                    <a:pt x="3973" y="6801"/>
                  </a:lnTo>
                  <a:lnTo>
                    <a:pt x="4007" y="6835"/>
                  </a:lnTo>
                  <a:lnTo>
                    <a:pt x="4141" y="6835"/>
                  </a:lnTo>
                  <a:lnTo>
                    <a:pt x="4209" y="6734"/>
                  </a:lnTo>
                  <a:lnTo>
                    <a:pt x="4343" y="6734"/>
                  </a:lnTo>
                  <a:lnTo>
                    <a:pt x="4411" y="6700"/>
                  </a:lnTo>
                  <a:lnTo>
                    <a:pt x="4444" y="6667"/>
                  </a:lnTo>
                  <a:lnTo>
                    <a:pt x="4444" y="6566"/>
                  </a:lnTo>
                  <a:lnTo>
                    <a:pt x="4377" y="6498"/>
                  </a:lnTo>
                  <a:lnTo>
                    <a:pt x="4343" y="6465"/>
                  </a:lnTo>
                  <a:lnTo>
                    <a:pt x="4276" y="6465"/>
                  </a:lnTo>
                  <a:lnTo>
                    <a:pt x="4209" y="6498"/>
                  </a:lnTo>
                  <a:lnTo>
                    <a:pt x="4209" y="6027"/>
                  </a:lnTo>
                  <a:lnTo>
                    <a:pt x="4141" y="5556"/>
                  </a:lnTo>
                  <a:lnTo>
                    <a:pt x="4108" y="5488"/>
                  </a:lnTo>
                  <a:lnTo>
                    <a:pt x="4040" y="5455"/>
                  </a:lnTo>
                  <a:lnTo>
                    <a:pt x="3771" y="5488"/>
                  </a:lnTo>
                  <a:lnTo>
                    <a:pt x="3838" y="5320"/>
                  </a:lnTo>
                  <a:lnTo>
                    <a:pt x="3838" y="5152"/>
                  </a:lnTo>
                  <a:lnTo>
                    <a:pt x="3771" y="4815"/>
                  </a:lnTo>
                  <a:lnTo>
                    <a:pt x="3704" y="4445"/>
                  </a:lnTo>
                  <a:lnTo>
                    <a:pt x="3603" y="4074"/>
                  </a:lnTo>
                  <a:lnTo>
                    <a:pt x="3737" y="4007"/>
                  </a:lnTo>
                  <a:lnTo>
                    <a:pt x="3838" y="4074"/>
                  </a:lnTo>
                  <a:lnTo>
                    <a:pt x="3906" y="4108"/>
                  </a:lnTo>
                  <a:lnTo>
                    <a:pt x="3973" y="4108"/>
                  </a:lnTo>
                  <a:lnTo>
                    <a:pt x="4007" y="4041"/>
                  </a:lnTo>
                  <a:lnTo>
                    <a:pt x="4007" y="3940"/>
                  </a:lnTo>
                  <a:lnTo>
                    <a:pt x="3906" y="3738"/>
                  </a:lnTo>
                  <a:lnTo>
                    <a:pt x="3805" y="3502"/>
                  </a:lnTo>
                  <a:lnTo>
                    <a:pt x="3771" y="3232"/>
                  </a:lnTo>
                  <a:lnTo>
                    <a:pt x="3771" y="2929"/>
                  </a:lnTo>
                  <a:lnTo>
                    <a:pt x="3737" y="2357"/>
                  </a:lnTo>
                  <a:lnTo>
                    <a:pt x="3737" y="1852"/>
                  </a:lnTo>
                  <a:lnTo>
                    <a:pt x="3704" y="1448"/>
                  </a:lnTo>
                  <a:lnTo>
                    <a:pt x="3636" y="977"/>
                  </a:lnTo>
                  <a:lnTo>
                    <a:pt x="3603" y="775"/>
                  </a:lnTo>
                  <a:lnTo>
                    <a:pt x="3535" y="539"/>
                  </a:lnTo>
                  <a:lnTo>
                    <a:pt x="3434" y="371"/>
                  </a:lnTo>
                  <a:lnTo>
                    <a:pt x="3333" y="236"/>
                  </a:lnTo>
                  <a:lnTo>
                    <a:pt x="3199" y="135"/>
                  </a:lnTo>
                  <a:lnTo>
                    <a:pt x="3064" y="68"/>
                  </a:lnTo>
                  <a:lnTo>
                    <a:pt x="2896" y="34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33"/>
            <p:cNvSpPr/>
            <p:nvPr/>
          </p:nvSpPr>
          <p:spPr>
            <a:xfrm>
              <a:off x="201033" y="4280399"/>
              <a:ext cx="263081" cy="258055"/>
            </a:xfrm>
            <a:custGeom>
              <a:avLst/>
              <a:gdLst/>
              <a:ahLst/>
              <a:cxnLst/>
              <a:rect l="l" t="t" r="r" b="b"/>
              <a:pathLst>
                <a:path w="5287" h="5186" extrusionOk="0">
                  <a:moveTo>
                    <a:pt x="2997" y="237"/>
                  </a:moveTo>
                  <a:lnTo>
                    <a:pt x="3333" y="304"/>
                  </a:lnTo>
                  <a:lnTo>
                    <a:pt x="3670" y="439"/>
                  </a:lnTo>
                  <a:lnTo>
                    <a:pt x="3603" y="439"/>
                  </a:lnTo>
                  <a:lnTo>
                    <a:pt x="3535" y="506"/>
                  </a:lnTo>
                  <a:lnTo>
                    <a:pt x="3434" y="607"/>
                  </a:lnTo>
                  <a:lnTo>
                    <a:pt x="3300" y="775"/>
                  </a:lnTo>
                  <a:lnTo>
                    <a:pt x="3232" y="876"/>
                  </a:lnTo>
                  <a:lnTo>
                    <a:pt x="3232" y="910"/>
                  </a:lnTo>
                  <a:lnTo>
                    <a:pt x="3232" y="977"/>
                  </a:lnTo>
                  <a:lnTo>
                    <a:pt x="3266" y="1011"/>
                  </a:lnTo>
                  <a:lnTo>
                    <a:pt x="3300" y="1045"/>
                  </a:lnTo>
                  <a:lnTo>
                    <a:pt x="3401" y="1011"/>
                  </a:lnTo>
                  <a:lnTo>
                    <a:pt x="3468" y="977"/>
                  </a:lnTo>
                  <a:lnTo>
                    <a:pt x="3603" y="809"/>
                  </a:lnTo>
                  <a:lnTo>
                    <a:pt x="3704" y="674"/>
                  </a:lnTo>
                  <a:lnTo>
                    <a:pt x="3737" y="674"/>
                  </a:lnTo>
                  <a:lnTo>
                    <a:pt x="3737" y="641"/>
                  </a:lnTo>
                  <a:lnTo>
                    <a:pt x="3771" y="641"/>
                  </a:lnTo>
                  <a:lnTo>
                    <a:pt x="3805" y="607"/>
                  </a:lnTo>
                  <a:lnTo>
                    <a:pt x="3805" y="540"/>
                  </a:lnTo>
                  <a:lnTo>
                    <a:pt x="3771" y="472"/>
                  </a:lnTo>
                  <a:lnTo>
                    <a:pt x="3973" y="607"/>
                  </a:lnTo>
                  <a:lnTo>
                    <a:pt x="4175" y="742"/>
                  </a:lnTo>
                  <a:lnTo>
                    <a:pt x="4545" y="1045"/>
                  </a:lnTo>
                  <a:lnTo>
                    <a:pt x="4680" y="1247"/>
                  </a:lnTo>
                  <a:lnTo>
                    <a:pt x="4815" y="1415"/>
                  </a:lnTo>
                  <a:lnTo>
                    <a:pt x="4949" y="1617"/>
                  </a:lnTo>
                  <a:lnTo>
                    <a:pt x="5017" y="1819"/>
                  </a:lnTo>
                  <a:lnTo>
                    <a:pt x="5084" y="1987"/>
                  </a:lnTo>
                  <a:lnTo>
                    <a:pt x="5118" y="2189"/>
                  </a:lnTo>
                  <a:lnTo>
                    <a:pt x="5084" y="2189"/>
                  </a:lnTo>
                  <a:lnTo>
                    <a:pt x="4949" y="2257"/>
                  </a:lnTo>
                  <a:lnTo>
                    <a:pt x="4815" y="2324"/>
                  </a:lnTo>
                  <a:lnTo>
                    <a:pt x="4545" y="2425"/>
                  </a:lnTo>
                  <a:lnTo>
                    <a:pt x="4512" y="2459"/>
                  </a:lnTo>
                  <a:lnTo>
                    <a:pt x="4478" y="2492"/>
                  </a:lnTo>
                  <a:lnTo>
                    <a:pt x="4512" y="2526"/>
                  </a:lnTo>
                  <a:lnTo>
                    <a:pt x="4545" y="2560"/>
                  </a:lnTo>
                  <a:lnTo>
                    <a:pt x="4680" y="2593"/>
                  </a:lnTo>
                  <a:lnTo>
                    <a:pt x="4848" y="2593"/>
                  </a:lnTo>
                  <a:lnTo>
                    <a:pt x="4983" y="2526"/>
                  </a:lnTo>
                  <a:lnTo>
                    <a:pt x="5118" y="2459"/>
                  </a:lnTo>
                  <a:lnTo>
                    <a:pt x="5118" y="2728"/>
                  </a:lnTo>
                  <a:lnTo>
                    <a:pt x="5050" y="2997"/>
                  </a:lnTo>
                  <a:lnTo>
                    <a:pt x="4949" y="3233"/>
                  </a:lnTo>
                  <a:lnTo>
                    <a:pt x="4848" y="3469"/>
                  </a:lnTo>
                  <a:lnTo>
                    <a:pt x="4714" y="3435"/>
                  </a:lnTo>
                  <a:lnTo>
                    <a:pt x="4613" y="3401"/>
                  </a:lnTo>
                  <a:lnTo>
                    <a:pt x="4478" y="3435"/>
                  </a:lnTo>
                  <a:lnTo>
                    <a:pt x="4377" y="3469"/>
                  </a:lnTo>
                  <a:lnTo>
                    <a:pt x="4377" y="3502"/>
                  </a:lnTo>
                  <a:lnTo>
                    <a:pt x="4377" y="3536"/>
                  </a:lnTo>
                  <a:lnTo>
                    <a:pt x="4545" y="3637"/>
                  </a:lnTo>
                  <a:lnTo>
                    <a:pt x="4714" y="3671"/>
                  </a:lnTo>
                  <a:lnTo>
                    <a:pt x="4579" y="3873"/>
                  </a:lnTo>
                  <a:lnTo>
                    <a:pt x="4411" y="4075"/>
                  </a:lnTo>
                  <a:lnTo>
                    <a:pt x="4209" y="4243"/>
                  </a:lnTo>
                  <a:lnTo>
                    <a:pt x="4040" y="4411"/>
                  </a:lnTo>
                  <a:lnTo>
                    <a:pt x="3838" y="4546"/>
                  </a:lnTo>
                  <a:lnTo>
                    <a:pt x="3603" y="4681"/>
                  </a:lnTo>
                  <a:lnTo>
                    <a:pt x="3401" y="4782"/>
                  </a:lnTo>
                  <a:lnTo>
                    <a:pt x="3165" y="4883"/>
                  </a:lnTo>
                  <a:lnTo>
                    <a:pt x="3165" y="4815"/>
                  </a:lnTo>
                  <a:lnTo>
                    <a:pt x="3098" y="4580"/>
                  </a:lnTo>
                  <a:lnTo>
                    <a:pt x="3064" y="4479"/>
                  </a:lnTo>
                  <a:lnTo>
                    <a:pt x="3030" y="4411"/>
                  </a:lnTo>
                  <a:lnTo>
                    <a:pt x="2997" y="4378"/>
                  </a:lnTo>
                  <a:lnTo>
                    <a:pt x="2929" y="4378"/>
                  </a:lnTo>
                  <a:lnTo>
                    <a:pt x="2896" y="4411"/>
                  </a:lnTo>
                  <a:lnTo>
                    <a:pt x="2862" y="4479"/>
                  </a:lnTo>
                  <a:lnTo>
                    <a:pt x="2862" y="4647"/>
                  </a:lnTo>
                  <a:lnTo>
                    <a:pt x="2896" y="4782"/>
                  </a:lnTo>
                  <a:lnTo>
                    <a:pt x="2963" y="4916"/>
                  </a:lnTo>
                  <a:lnTo>
                    <a:pt x="2727" y="4950"/>
                  </a:lnTo>
                  <a:lnTo>
                    <a:pt x="2323" y="4950"/>
                  </a:lnTo>
                  <a:lnTo>
                    <a:pt x="1953" y="4849"/>
                  </a:lnTo>
                  <a:lnTo>
                    <a:pt x="2054" y="4580"/>
                  </a:lnTo>
                  <a:lnTo>
                    <a:pt x="2088" y="4277"/>
                  </a:lnTo>
                  <a:lnTo>
                    <a:pt x="2054" y="4243"/>
                  </a:lnTo>
                  <a:lnTo>
                    <a:pt x="2020" y="4243"/>
                  </a:lnTo>
                  <a:lnTo>
                    <a:pt x="1953" y="4378"/>
                  </a:lnTo>
                  <a:lnTo>
                    <a:pt x="1852" y="4479"/>
                  </a:lnTo>
                  <a:lnTo>
                    <a:pt x="1751" y="4748"/>
                  </a:lnTo>
                  <a:lnTo>
                    <a:pt x="1751" y="4782"/>
                  </a:lnTo>
                  <a:lnTo>
                    <a:pt x="1549" y="4647"/>
                  </a:lnTo>
                  <a:lnTo>
                    <a:pt x="1347" y="4512"/>
                  </a:lnTo>
                  <a:lnTo>
                    <a:pt x="1145" y="4378"/>
                  </a:lnTo>
                  <a:lnTo>
                    <a:pt x="977" y="4209"/>
                  </a:lnTo>
                  <a:lnTo>
                    <a:pt x="1044" y="4108"/>
                  </a:lnTo>
                  <a:lnTo>
                    <a:pt x="1212" y="4007"/>
                  </a:lnTo>
                  <a:lnTo>
                    <a:pt x="1246" y="3940"/>
                  </a:lnTo>
                  <a:lnTo>
                    <a:pt x="1280" y="3873"/>
                  </a:lnTo>
                  <a:lnTo>
                    <a:pt x="1145" y="3873"/>
                  </a:lnTo>
                  <a:lnTo>
                    <a:pt x="977" y="3940"/>
                  </a:lnTo>
                  <a:lnTo>
                    <a:pt x="808" y="4041"/>
                  </a:lnTo>
                  <a:lnTo>
                    <a:pt x="674" y="3805"/>
                  </a:lnTo>
                  <a:lnTo>
                    <a:pt x="505" y="3570"/>
                  </a:lnTo>
                  <a:lnTo>
                    <a:pt x="404" y="3334"/>
                  </a:lnTo>
                  <a:lnTo>
                    <a:pt x="303" y="3065"/>
                  </a:lnTo>
                  <a:lnTo>
                    <a:pt x="573" y="3132"/>
                  </a:lnTo>
                  <a:lnTo>
                    <a:pt x="808" y="3098"/>
                  </a:lnTo>
                  <a:lnTo>
                    <a:pt x="876" y="3065"/>
                  </a:lnTo>
                  <a:lnTo>
                    <a:pt x="876" y="2997"/>
                  </a:lnTo>
                  <a:lnTo>
                    <a:pt x="842" y="2930"/>
                  </a:lnTo>
                  <a:lnTo>
                    <a:pt x="775" y="2896"/>
                  </a:lnTo>
                  <a:lnTo>
                    <a:pt x="270" y="2896"/>
                  </a:lnTo>
                  <a:lnTo>
                    <a:pt x="236" y="2661"/>
                  </a:lnTo>
                  <a:lnTo>
                    <a:pt x="236" y="2257"/>
                  </a:lnTo>
                  <a:lnTo>
                    <a:pt x="303" y="1886"/>
                  </a:lnTo>
                  <a:lnTo>
                    <a:pt x="438" y="1550"/>
                  </a:lnTo>
                  <a:lnTo>
                    <a:pt x="640" y="1247"/>
                  </a:lnTo>
                  <a:lnTo>
                    <a:pt x="876" y="977"/>
                  </a:lnTo>
                  <a:lnTo>
                    <a:pt x="1179" y="775"/>
                  </a:lnTo>
                  <a:lnTo>
                    <a:pt x="1482" y="573"/>
                  </a:lnTo>
                  <a:lnTo>
                    <a:pt x="1818" y="439"/>
                  </a:lnTo>
                  <a:lnTo>
                    <a:pt x="1886" y="506"/>
                  </a:lnTo>
                  <a:lnTo>
                    <a:pt x="1919" y="506"/>
                  </a:lnTo>
                  <a:lnTo>
                    <a:pt x="1987" y="472"/>
                  </a:lnTo>
                  <a:lnTo>
                    <a:pt x="2222" y="338"/>
                  </a:lnTo>
                  <a:lnTo>
                    <a:pt x="2290" y="338"/>
                  </a:lnTo>
                  <a:lnTo>
                    <a:pt x="2357" y="304"/>
                  </a:lnTo>
                  <a:lnTo>
                    <a:pt x="2660" y="237"/>
                  </a:lnTo>
                  <a:close/>
                  <a:moveTo>
                    <a:pt x="2626" y="1"/>
                  </a:moveTo>
                  <a:lnTo>
                    <a:pt x="2391" y="35"/>
                  </a:lnTo>
                  <a:lnTo>
                    <a:pt x="2155" y="102"/>
                  </a:lnTo>
                  <a:lnTo>
                    <a:pt x="1953" y="203"/>
                  </a:lnTo>
                  <a:lnTo>
                    <a:pt x="1717" y="237"/>
                  </a:lnTo>
                  <a:lnTo>
                    <a:pt x="1515" y="304"/>
                  </a:lnTo>
                  <a:lnTo>
                    <a:pt x="1313" y="371"/>
                  </a:lnTo>
                  <a:lnTo>
                    <a:pt x="1111" y="506"/>
                  </a:lnTo>
                  <a:lnTo>
                    <a:pt x="943" y="607"/>
                  </a:lnTo>
                  <a:lnTo>
                    <a:pt x="775" y="775"/>
                  </a:lnTo>
                  <a:lnTo>
                    <a:pt x="606" y="910"/>
                  </a:lnTo>
                  <a:lnTo>
                    <a:pt x="472" y="1112"/>
                  </a:lnTo>
                  <a:lnTo>
                    <a:pt x="270" y="1482"/>
                  </a:lnTo>
                  <a:lnTo>
                    <a:pt x="101" y="1920"/>
                  </a:lnTo>
                  <a:lnTo>
                    <a:pt x="0" y="2358"/>
                  </a:lnTo>
                  <a:lnTo>
                    <a:pt x="0" y="2593"/>
                  </a:lnTo>
                  <a:lnTo>
                    <a:pt x="0" y="2829"/>
                  </a:lnTo>
                  <a:lnTo>
                    <a:pt x="101" y="3199"/>
                  </a:lnTo>
                  <a:lnTo>
                    <a:pt x="236" y="3570"/>
                  </a:lnTo>
                  <a:lnTo>
                    <a:pt x="438" y="3940"/>
                  </a:lnTo>
                  <a:lnTo>
                    <a:pt x="674" y="4277"/>
                  </a:lnTo>
                  <a:lnTo>
                    <a:pt x="707" y="4310"/>
                  </a:lnTo>
                  <a:lnTo>
                    <a:pt x="741" y="4344"/>
                  </a:lnTo>
                  <a:lnTo>
                    <a:pt x="977" y="4546"/>
                  </a:lnTo>
                  <a:lnTo>
                    <a:pt x="1212" y="4748"/>
                  </a:lnTo>
                  <a:lnTo>
                    <a:pt x="1482" y="4883"/>
                  </a:lnTo>
                  <a:lnTo>
                    <a:pt x="1751" y="5017"/>
                  </a:lnTo>
                  <a:lnTo>
                    <a:pt x="2054" y="5118"/>
                  </a:lnTo>
                  <a:lnTo>
                    <a:pt x="2323" y="5186"/>
                  </a:lnTo>
                  <a:lnTo>
                    <a:pt x="2929" y="5186"/>
                  </a:lnTo>
                  <a:lnTo>
                    <a:pt x="3232" y="5118"/>
                  </a:lnTo>
                  <a:lnTo>
                    <a:pt x="3502" y="5017"/>
                  </a:lnTo>
                  <a:lnTo>
                    <a:pt x="3805" y="4883"/>
                  </a:lnTo>
                  <a:lnTo>
                    <a:pt x="4040" y="4714"/>
                  </a:lnTo>
                  <a:lnTo>
                    <a:pt x="4276" y="4546"/>
                  </a:lnTo>
                  <a:lnTo>
                    <a:pt x="4512" y="4310"/>
                  </a:lnTo>
                  <a:lnTo>
                    <a:pt x="4680" y="4108"/>
                  </a:lnTo>
                  <a:lnTo>
                    <a:pt x="4848" y="3839"/>
                  </a:lnTo>
                  <a:lnTo>
                    <a:pt x="5017" y="3603"/>
                  </a:lnTo>
                  <a:lnTo>
                    <a:pt x="5118" y="3300"/>
                  </a:lnTo>
                  <a:lnTo>
                    <a:pt x="5219" y="3031"/>
                  </a:lnTo>
                  <a:lnTo>
                    <a:pt x="5286" y="2728"/>
                  </a:lnTo>
                  <a:lnTo>
                    <a:pt x="5286" y="2459"/>
                  </a:lnTo>
                  <a:lnTo>
                    <a:pt x="5286" y="2156"/>
                  </a:lnTo>
                  <a:lnTo>
                    <a:pt x="5252" y="1853"/>
                  </a:lnTo>
                  <a:lnTo>
                    <a:pt x="5151" y="1550"/>
                  </a:lnTo>
                  <a:lnTo>
                    <a:pt x="5050" y="1348"/>
                  </a:lnTo>
                  <a:lnTo>
                    <a:pt x="4949" y="1146"/>
                  </a:lnTo>
                  <a:lnTo>
                    <a:pt x="4781" y="977"/>
                  </a:lnTo>
                  <a:lnTo>
                    <a:pt x="4613" y="775"/>
                  </a:lnTo>
                  <a:lnTo>
                    <a:pt x="4444" y="607"/>
                  </a:lnTo>
                  <a:lnTo>
                    <a:pt x="4242" y="472"/>
                  </a:lnTo>
                  <a:lnTo>
                    <a:pt x="4040" y="338"/>
                  </a:lnTo>
                  <a:lnTo>
                    <a:pt x="3805" y="237"/>
                  </a:lnTo>
                  <a:lnTo>
                    <a:pt x="3569" y="136"/>
                  </a:lnTo>
                  <a:lnTo>
                    <a:pt x="3333" y="68"/>
                  </a:lnTo>
                  <a:lnTo>
                    <a:pt x="3098" y="35"/>
                  </a:lnTo>
                  <a:lnTo>
                    <a:pt x="28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33"/>
            <p:cNvSpPr/>
            <p:nvPr/>
          </p:nvSpPr>
          <p:spPr>
            <a:xfrm>
              <a:off x="397038" y="4345734"/>
              <a:ext cx="30204" cy="20153"/>
            </a:xfrm>
            <a:custGeom>
              <a:avLst/>
              <a:gdLst/>
              <a:ahLst/>
              <a:cxnLst/>
              <a:rect l="l" t="t" r="r" b="b"/>
              <a:pathLst>
                <a:path w="607" h="405" extrusionOk="0">
                  <a:moveTo>
                    <a:pt x="337" y="1"/>
                  </a:moveTo>
                  <a:lnTo>
                    <a:pt x="202" y="102"/>
                  </a:lnTo>
                  <a:lnTo>
                    <a:pt x="68" y="203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05"/>
                  </a:lnTo>
                  <a:lnTo>
                    <a:pt x="303" y="304"/>
                  </a:lnTo>
                  <a:lnTo>
                    <a:pt x="438" y="237"/>
                  </a:lnTo>
                  <a:lnTo>
                    <a:pt x="539" y="203"/>
                  </a:lnTo>
                  <a:lnTo>
                    <a:pt x="573" y="136"/>
                  </a:lnTo>
                  <a:lnTo>
                    <a:pt x="606" y="102"/>
                  </a:lnTo>
                  <a:lnTo>
                    <a:pt x="573" y="35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33"/>
            <p:cNvSpPr/>
            <p:nvPr/>
          </p:nvSpPr>
          <p:spPr>
            <a:xfrm>
              <a:off x="256316" y="4325631"/>
              <a:ext cx="28512" cy="25179"/>
            </a:xfrm>
            <a:custGeom>
              <a:avLst/>
              <a:gdLst/>
              <a:ahLst/>
              <a:cxnLst/>
              <a:rect l="l" t="t" r="r" b="b"/>
              <a:pathLst>
                <a:path w="573" h="506" extrusionOk="0">
                  <a:moveTo>
                    <a:pt x="101" y="1"/>
                  </a:moveTo>
                  <a:lnTo>
                    <a:pt x="34" y="35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101" y="237"/>
                  </a:lnTo>
                  <a:lnTo>
                    <a:pt x="202" y="338"/>
                  </a:lnTo>
                  <a:lnTo>
                    <a:pt x="303" y="439"/>
                  </a:lnTo>
                  <a:lnTo>
                    <a:pt x="438" y="506"/>
                  </a:lnTo>
                  <a:lnTo>
                    <a:pt x="505" y="506"/>
                  </a:lnTo>
                  <a:lnTo>
                    <a:pt x="539" y="439"/>
                  </a:lnTo>
                  <a:lnTo>
                    <a:pt x="573" y="371"/>
                  </a:lnTo>
                  <a:lnTo>
                    <a:pt x="539" y="304"/>
                  </a:lnTo>
                  <a:lnTo>
                    <a:pt x="337" y="169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33"/>
            <p:cNvSpPr/>
            <p:nvPr/>
          </p:nvSpPr>
          <p:spPr>
            <a:xfrm>
              <a:off x="217752" y="4367529"/>
              <a:ext cx="38614" cy="13435"/>
            </a:xfrm>
            <a:custGeom>
              <a:avLst/>
              <a:gdLst/>
              <a:ahLst/>
              <a:cxnLst/>
              <a:rect l="l" t="t" r="r" b="b"/>
              <a:pathLst>
                <a:path w="776" h="270" extrusionOk="0">
                  <a:moveTo>
                    <a:pt x="169" y="1"/>
                  </a:moveTo>
                  <a:lnTo>
                    <a:pt x="68" y="34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573" y="270"/>
                  </a:lnTo>
                  <a:lnTo>
                    <a:pt x="674" y="270"/>
                  </a:lnTo>
                  <a:lnTo>
                    <a:pt x="742" y="236"/>
                  </a:lnTo>
                  <a:lnTo>
                    <a:pt x="775" y="203"/>
                  </a:lnTo>
                  <a:lnTo>
                    <a:pt x="775" y="135"/>
                  </a:lnTo>
                  <a:lnTo>
                    <a:pt x="742" y="68"/>
                  </a:lnTo>
                  <a:lnTo>
                    <a:pt x="641" y="34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33"/>
            <p:cNvSpPr/>
            <p:nvPr/>
          </p:nvSpPr>
          <p:spPr>
            <a:xfrm>
              <a:off x="159135" y="3657205"/>
              <a:ext cx="145797" cy="152514"/>
            </a:xfrm>
            <a:custGeom>
              <a:avLst/>
              <a:gdLst/>
              <a:ahLst/>
              <a:cxnLst/>
              <a:rect l="l" t="t" r="r" b="b"/>
              <a:pathLst>
                <a:path w="2930" h="3065" extrusionOk="0">
                  <a:moveTo>
                    <a:pt x="1920" y="472"/>
                  </a:moveTo>
                  <a:lnTo>
                    <a:pt x="2391" y="505"/>
                  </a:lnTo>
                  <a:lnTo>
                    <a:pt x="2391" y="707"/>
                  </a:lnTo>
                  <a:lnTo>
                    <a:pt x="2391" y="943"/>
                  </a:lnTo>
                  <a:lnTo>
                    <a:pt x="2425" y="1347"/>
                  </a:lnTo>
                  <a:lnTo>
                    <a:pt x="2021" y="1347"/>
                  </a:lnTo>
                  <a:lnTo>
                    <a:pt x="1617" y="1381"/>
                  </a:lnTo>
                  <a:lnTo>
                    <a:pt x="1482" y="943"/>
                  </a:lnTo>
                  <a:lnTo>
                    <a:pt x="1381" y="472"/>
                  </a:lnTo>
                  <a:close/>
                  <a:moveTo>
                    <a:pt x="1078" y="539"/>
                  </a:moveTo>
                  <a:lnTo>
                    <a:pt x="1179" y="1010"/>
                  </a:lnTo>
                  <a:lnTo>
                    <a:pt x="1246" y="1414"/>
                  </a:lnTo>
                  <a:lnTo>
                    <a:pt x="1145" y="1414"/>
                  </a:lnTo>
                  <a:lnTo>
                    <a:pt x="775" y="1482"/>
                  </a:lnTo>
                  <a:lnTo>
                    <a:pt x="573" y="1515"/>
                  </a:lnTo>
                  <a:lnTo>
                    <a:pt x="404" y="1616"/>
                  </a:lnTo>
                  <a:lnTo>
                    <a:pt x="270" y="1179"/>
                  </a:lnTo>
                  <a:lnTo>
                    <a:pt x="202" y="1010"/>
                  </a:lnTo>
                  <a:lnTo>
                    <a:pt x="135" y="808"/>
                  </a:lnTo>
                  <a:lnTo>
                    <a:pt x="707" y="674"/>
                  </a:lnTo>
                  <a:lnTo>
                    <a:pt x="910" y="640"/>
                  </a:lnTo>
                  <a:lnTo>
                    <a:pt x="1011" y="606"/>
                  </a:lnTo>
                  <a:lnTo>
                    <a:pt x="1078" y="539"/>
                  </a:lnTo>
                  <a:close/>
                  <a:moveTo>
                    <a:pt x="2458" y="1616"/>
                  </a:moveTo>
                  <a:lnTo>
                    <a:pt x="2526" y="2189"/>
                  </a:lnTo>
                  <a:lnTo>
                    <a:pt x="2593" y="2458"/>
                  </a:lnTo>
                  <a:lnTo>
                    <a:pt x="2660" y="2727"/>
                  </a:lnTo>
                  <a:lnTo>
                    <a:pt x="2458" y="2694"/>
                  </a:lnTo>
                  <a:lnTo>
                    <a:pt x="2223" y="2694"/>
                  </a:lnTo>
                  <a:lnTo>
                    <a:pt x="1819" y="2727"/>
                  </a:lnTo>
                  <a:lnTo>
                    <a:pt x="1246" y="2727"/>
                  </a:lnTo>
                  <a:lnTo>
                    <a:pt x="674" y="2795"/>
                  </a:lnTo>
                  <a:lnTo>
                    <a:pt x="539" y="2290"/>
                  </a:lnTo>
                  <a:lnTo>
                    <a:pt x="438" y="1785"/>
                  </a:lnTo>
                  <a:lnTo>
                    <a:pt x="640" y="1785"/>
                  </a:lnTo>
                  <a:lnTo>
                    <a:pt x="876" y="1751"/>
                  </a:lnTo>
                  <a:lnTo>
                    <a:pt x="1314" y="1650"/>
                  </a:lnTo>
                  <a:lnTo>
                    <a:pt x="1381" y="1785"/>
                  </a:lnTo>
                  <a:lnTo>
                    <a:pt x="1482" y="1886"/>
                  </a:lnTo>
                  <a:lnTo>
                    <a:pt x="1583" y="1919"/>
                  </a:lnTo>
                  <a:lnTo>
                    <a:pt x="1650" y="1886"/>
                  </a:lnTo>
                  <a:lnTo>
                    <a:pt x="1684" y="1818"/>
                  </a:lnTo>
                  <a:lnTo>
                    <a:pt x="1718" y="1717"/>
                  </a:lnTo>
                  <a:lnTo>
                    <a:pt x="1684" y="1616"/>
                  </a:lnTo>
                  <a:close/>
                  <a:moveTo>
                    <a:pt x="1145" y="0"/>
                  </a:moveTo>
                  <a:lnTo>
                    <a:pt x="1112" y="68"/>
                  </a:lnTo>
                  <a:lnTo>
                    <a:pt x="1078" y="303"/>
                  </a:lnTo>
                  <a:lnTo>
                    <a:pt x="876" y="404"/>
                  </a:lnTo>
                  <a:lnTo>
                    <a:pt x="606" y="472"/>
                  </a:lnTo>
                  <a:lnTo>
                    <a:pt x="303" y="573"/>
                  </a:lnTo>
                  <a:lnTo>
                    <a:pt x="169" y="606"/>
                  </a:lnTo>
                  <a:lnTo>
                    <a:pt x="34" y="674"/>
                  </a:lnTo>
                  <a:lnTo>
                    <a:pt x="0" y="707"/>
                  </a:lnTo>
                  <a:lnTo>
                    <a:pt x="0" y="741"/>
                  </a:lnTo>
                  <a:lnTo>
                    <a:pt x="34" y="808"/>
                  </a:lnTo>
                  <a:lnTo>
                    <a:pt x="34" y="1078"/>
                  </a:lnTo>
                  <a:lnTo>
                    <a:pt x="34" y="1347"/>
                  </a:lnTo>
                  <a:lnTo>
                    <a:pt x="68" y="1616"/>
                  </a:lnTo>
                  <a:lnTo>
                    <a:pt x="135" y="1919"/>
                  </a:lnTo>
                  <a:lnTo>
                    <a:pt x="270" y="2458"/>
                  </a:lnTo>
                  <a:lnTo>
                    <a:pt x="438" y="2963"/>
                  </a:lnTo>
                  <a:lnTo>
                    <a:pt x="505" y="3031"/>
                  </a:lnTo>
                  <a:lnTo>
                    <a:pt x="573" y="3064"/>
                  </a:lnTo>
                  <a:lnTo>
                    <a:pt x="1179" y="2997"/>
                  </a:lnTo>
                  <a:lnTo>
                    <a:pt x="1819" y="2963"/>
                  </a:lnTo>
                  <a:lnTo>
                    <a:pt x="2357" y="2997"/>
                  </a:lnTo>
                  <a:lnTo>
                    <a:pt x="2627" y="2997"/>
                  </a:lnTo>
                  <a:lnTo>
                    <a:pt x="2896" y="2929"/>
                  </a:lnTo>
                  <a:lnTo>
                    <a:pt x="2930" y="2896"/>
                  </a:lnTo>
                  <a:lnTo>
                    <a:pt x="2930" y="2862"/>
                  </a:lnTo>
                  <a:lnTo>
                    <a:pt x="2930" y="2828"/>
                  </a:lnTo>
                  <a:lnTo>
                    <a:pt x="2896" y="2795"/>
                  </a:lnTo>
                  <a:lnTo>
                    <a:pt x="2862" y="2795"/>
                  </a:lnTo>
                  <a:lnTo>
                    <a:pt x="2862" y="2559"/>
                  </a:lnTo>
                  <a:lnTo>
                    <a:pt x="2795" y="2323"/>
                  </a:lnTo>
                  <a:lnTo>
                    <a:pt x="2694" y="1886"/>
                  </a:lnTo>
                  <a:lnTo>
                    <a:pt x="2593" y="1179"/>
                  </a:lnTo>
                  <a:lnTo>
                    <a:pt x="2559" y="438"/>
                  </a:lnTo>
                  <a:lnTo>
                    <a:pt x="2559" y="404"/>
                  </a:lnTo>
                  <a:lnTo>
                    <a:pt x="2559" y="371"/>
                  </a:lnTo>
                  <a:lnTo>
                    <a:pt x="2526" y="337"/>
                  </a:lnTo>
                  <a:lnTo>
                    <a:pt x="2492" y="303"/>
                  </a:lnTo>
                  <a:lnTo>
                    <a:pt x="2458" y="303"/>
                  </a:lnTo>
                  <a:lnTo>
                    <a:pt x="1920" y="236"/>
                  </a:lnTo>
                  <a:lnTo>
                    <a:pt x="1650" y="236"/>
                  </a:lnTo>
                  <a:lnTo>
                    <a:pt x="1347" y="270"/>
                  </a:lnTo>
                  <a:lnTo>
                    <a:pt x="1347" y="236"/>
                  </a:lnTo>
                  <a:lnTo>
                    <a:pt x="1314" y="135"/>
                  </a:lnTo>
                  <a:lnTo>
                    <a:pt x="1347" y="101"/>
                  </a:lnTo>
                  <a:lnTo>
                    <a:pt x="1347" y="34"/>
                  </a:lnTo>
                  <a:lnTo>
                    <a:pt x="13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33"/>
            <p:cNvSpPr/>
            <p:nvPr/>
          </p:nvSpPr>
          <p:spPr>
            <a:xfrm>
              <a:off x="311600" y="4302194"/>
              <a:ext cx="13435" cy="33538"/>
            </a:xfrm>
            <a:custGeom>
              <a:avLst/>
              <a:gdLst/>
              <a:ahLst/>
              <a:cxnLst/>
              <a:rect l="l" t="t" r="r" b="b"/>
              <a:pathLst>
                <a:path w="270" h="674" extrusionOk="0">
                  <a:moveTo>
                    <a:pt x="68" y="1"/>
                  </a:moveTo>
                  <a:lnTo>
                    <a:pt x="34" y="34"/>
                  </a:lnTo>
                  <a:lnTo>
                    <a:pt x="0" y="169"/>
                  </a:lnTo>
                  <a:lnTo>
                    <a:pt x="0" y="337"/>
                  </a:lnTo>
                  <a:lnTo>
                    <a:pt x="0" y="472"/>
                  </a:lnTo>
                  <a:lnTo>
                    <a:pt x="68" y="607"/>
                  </a:lnTo>
                  <a:lnTo>
                    <a:pt x="68" y="640"/>
                  </a:lnTo>
                  <a:lnTo>
                    <a:pt x="101" y="674"/>
                  </a:lnTo>
                  <a:lnTo>
                    <a:pt x="202" y="640"/>
                  </a:lnTo>
                  <a:lnTo>
                    <a:pt x="270" y="607"/>
                  </a:lnTo>
                  <a:lnTo>
                    <a:pt x="270" y="506"/>
                  </a:lnTo>
                  <a:lnTo>
                    <a:pt x="236" y="304"/>
                  </a:lnTo>
                  <a:lnTo>
                    <a:pt x="202" y="169"/>
                  </a:lnTo>
                  <a:lnTo>
                    <a:pt x="169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33"/>
            <p:cNvSpPr/>
            <p:nvPr/>
          </p:nvSpPr>
          <p:spPr>
            <a:xfrm>
              <a:off x="308216" y="4352451"/>
              <a:ext cx="98923" cy="98923"/>
            </a:xfrm>
            <a:custGeom>
              <a:avLst/>
              <a:gdLst/>
              <a:ahLst/>
              <a:cxnLst/>
              <a:rect l="l" t="t" r="r" b="b"/>
              <a:pathLst>
                <a:path w="1988" h="1988" extrusionOk="0">
                  <a:moveTo>
                    <a:pt x="1213" y="1"/>
                  </a:moveTo>
                  <a:lnTo>
                    <a:pt x="1078" y="102"/>
                  </a:lnTo>
                  <a:lnTo>
                    <a:pt x="944" y="236"/>
                  </a:lnTo>
                  <a:lnTo>
                    <a:pt x="775" y="539"/>
                  </a:lnTo>
                  <a:lnTo>
                    <a:pt x="573" y="876"/>
                  </a:lnTo>
                  <a:lnTo>
                    <a:pt x="540" y="943"/>
                  </a:lnTo>
                  <a:lnTo>
                    <a:pt x="405" y="741"/>
                  </a:lnTo>
                  <a:lnTo>
                    <a:pt x="338" y="506"/>
                  </a:lnTo>
                  <a:lnTo>
                    <a:pt x="237" y="270"/>
                  </a:lnTo>
                  <a:lnTo>
                    <a:pt x="136" y="34"/>
                  </a:lnTo>
                  <a:lnTo>
                    <a:pt x="35" y="34"/>
                  </a:lnTo>
                  <a:lnTo>
                    <a:pt x="1" y="68"/>
                  </a:lnTo>
                  <a:lnTo>
                    <a:pt x="1" y="135"/>
                  </a:lnTo>
                  <a:lnTo>
                    <a:pt x="68" y="405"/>
                  </a:lnTo>
                  <a:lnTo>
                    <a:pt x="136" y="708"/>
                  </a:lnTo>
                  <a:lnTo>
                    <a:pt x="270" y="977"/>
                  </a:lnTo>
                  <a:lnTo>
                    <a:pt x="405" y="1246"/>
                  </a:lnTo>
                  <a:lnTo>
                    <a:pt x="472" y="1280"/>
                  </a:lnTo>
                  <a:lnTo>
                    <a:pt x="506" y="1280"/>
                  </a:lnTo>
                  <a:lnTo>
                    <a:pt x="540" y="1314"/>
                  </a:lnTo>
                  <a:lnTo>
                    <a:pt x="573" y="1347"/>
                  </a:lnTo>
                  <a:lnTo>
                    <a:pt x="910" y="1482"/>
                  </a:lnTo>
                  <a:lnTo>
                    <a:pt x="1213" y="1650"/>
                  </a:lnTo>
                  <a:lnTo>
                    <a:pt x="1516" y="1852"/>
                  </a:lnTo>
                  <a:lnTo>
                    <a:pt x="1684" y="1953"/>
                  </a:lnTo>
                  <a:lnTo>
                    <a:pt x="1853" y="1987"/>
                  </a:lnTo>
                  <a:lnTo>
                    <a:pt x="1954" y="1987"/>
                  </a:lnTo>
                  <a:lnTo>
                    <a:pt x="1987" y="1920"/>
                  </a:lnTo>
                  <a:lnTo>
                    <a:pt x="1987" y="1852"/>
                  </a:lnTo>
                  <a:lnTo>
                    <a:pt x="1954" y="1785"/>
                  </a:lnTo>
                  <a:lnTo>
                    <a:pt x="1617" y="1583"/>
                  </a:lnTo>
                  <a:lnTo>
                    <a:pt x="1280" y="1381"/>
                  </a:lnTo>
                  <a:lnTo>
                    <a:pt x="977" y="1213"/>
                  </a:lnTo>
                  <a:lnTo>
                    <a:pt x="809" y="1179"/>
                  </a:lnTo>
                  <a:lnTo>
                    <a:pt x="641" y="1145"/>
                  </a:lnTo>
                  <a:lnTo>
                    <a:pt x="607" y="1078"/>
                  </a:lnTo>
                  <a:lnTo>
                    <a:pt x="742" y="910"/>
                  </a:lnTo>
                  <a:lnTo>
                    <a:pt x="876" y="708"/>
                  </a:lnTo>
                  <a:lnTo>
                    <a:pt x="1078" y="371"/>
                  </a:lnTo>
                  <a:lnTo>
                    <a:pt x="1179" y="169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33"/>
            <p:cNvSpPr/>
            <p:nvPr/>
          </p:nvSpPr>
          <p:spPr>
            <a:xfrm>
              <a:off x="385294" y="4484813"/>
              <a:ext cx="18461" cy="13435"/>
            </a:xfrm>
            <a:custGeom>
              <a:avLst/>
              <a:gdLst/>
              <a:ahLst/>
              <a:cxnLst/>
              <a:rect l="l" t="t" r="r" b="b"/>
              <a:pathLst>
                <a:path w="371" h="270" extrusionOk="0">
                  <a:moveTo>
                    <a:pt x="68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02" y="202"/>
                  </a:lnTo>
                  <a:lnTo>
                    <a:pt x="203" y="236"/>
                  </a:lnTo>
                  <a:lnTo>
                    <a:pt x="270" y="270"/>
                  </a:lnTo>
                  <a:lnTo>
                    <a:pt x="304" y="270"/>
                  </a:lnTo>
                  <a:lnTo>
                    <a:pt x="371" y="236"/>
                  </a:lnTo>
                  <a:lnTo>
                    <a:pt x="371" y="202"/>
                  </a:lnTo>
                  <a:lnTo>
                    <a:pt x="371" y="135"/>
                  </a:lnTo>
                  <a:lnTo>
                    <a:pt x="304" y="101"/>
                  </a:lnTo>
                  <a:lnTo>
                    <a:pt x="236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33"/>
            <p:cNvSpPr/>
            <p:nvPr/>
          </p:nvSpPr>
          <p:spPr>
            <a:xfrm>
              <a:off x="380268" y="4828257"/>
              <a:ext cx="20153" cy="26870"/>
            </a:xfrm>
            <a:custGeom>
              <a:avLst/>
              <a:gdLst/>
              <a:ahLst/>
              <a:cxnLst/>
              <a:rect l="l" t="t" r="r" b="b"/>
              <a:pathLst>
                <a:path w="405" h="540" extrusionOk="0">
                  <a:moveTo>
                    <a:pt x="203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38"/>
                  </a:lnTo>
                  <a:lnTo>
                    <a:pt x="102" y="505"/>
                  </a:lnTo>
                  <a:lnTo>
                    <a:pt x="203" y="539"/>
                  </a:lnTo>
                  <a:lnTo>
                    <a:pt x="304" y="505"/>
                  </a:lnTo>
                  <a:lnTo>
                    <a:pt x="371" y="438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202"/>
                  </a:lnTo>
                  <a:lnTo>
                    <a:pt x="337" y="135"/>
                  </a:lnTo>
                  <a:lnTo>
                    <a:pt x="304" y="68"/>
                  </a:lnTo>
                  <a:lnTo>
                    <a:pt x="270" y="34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33"/>
            <p:cNvSpPr/>
            <p:nvPr/>
          </p:nvSpPr>
          <p:spPr>
            <a:xfrm>
              <a:off x="420475" y="5047698"/>
              <a:ext cx="18511" cy="23536"/>
            </a:xfrm>
            <a:custGeom>
              <a:avLst/>
              <a:gdLst/>
              <a:ahLst/>
              <a:cxnLst/>
              <a:rect l="l" t="t" r="r" b="b"/>
              <a:pathLst>
                <a:path w="372" h="473" extrusionOk="0">
                  <a:moveTo>
                    <a:pt x="135" y="1"/>
                  </a:moveTo>
                  <a:lnTo>
                    <a:pt x="102" y="35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1" y="338"/>
                  </a:lnTo>
                  <a:lnTo>
                    <a:pt x="34" y="405"/>
                  </a:lnTo>
                  <a:lnTo>
                    <a:pt x="68" y="439"/>
                  </a:lnTo>
                  <a:lnTo>
                    <a:pt x="135" y="472"/>
                  </a:lnTo>
                  <a:lnTo>
                    <a:pt x="304" y="472"/>
                  </a:lnTo>
                  <a:lnTo>
                    <a:pt x="371" y="405"/>
                  </a:lnTo>
                  <a:lnTo>
                    <a:pt x="371" y="304"/>
                  </a:lnTo>
                  <a:lnTo>
                    <a:pt x="371" y="237"/>
                  </a:lnTo>
                  <a:lnTo>
                    <a:pt x="371" y="169"/>
                  </a:lnTo>
                  <a:lnTo>
                    <a:pt x="337" y="102"/>
                  </a:lnTo>
                  <a:lnTo>
                    <a:pt x="304" y="102"/>
                  </a:lnTo>
                  <a:lnTo>
                    <a:pt x="270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33"/>
            <p:cNvSpPr/>
            <p:nvPr/>
          </p:nvSpPr>
          <p:spPr>
            <a:xfrm>
              <a:off x="400371" y="4942157"/>
              <a:ext cx="21845" cy="25179"/>
            </a:xfrm>
            <a:custGeom>
              <a:avLst/>
              <a:gdLst/>
              <a:ahLst/>
              <a:cxnLst/>
              <a:rect l="l" t="t" r="r" b="b"/>
              <a:pathLst>
                <a:path w="439" h="506" extrusionOk="0">
                  <a:moveTo>
                    <a:pt x="270" y="1"/>
                  </a:moveTo>
                  <a:lnTo>
                    <a:pt x="203" y="34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05"/>
                  </a:lnTo>
                  <a:lnTo>
                    <a:pt x="68" y="438"/>
                  </a:lnTo>
                  <a:lnTo>
                    <a:pt x="102" y="506"/>
                  </a:lnTo>
                  <a:lnTo>
                    <a:pt x="304" y="506"/>
                  </a:lnTo>
                  <a:lnTo>
                    <a:pt x="371" y="438"/>
                  </a:lnTo>
                  <a:lnTo>
                    <a:pt x="405" y="371"/>
                  </a:lnTo>
                  <a:lnTo>
                    <a:pt x="438" y="304"/>
                  </a:lnTo>
                  <a:lnTo>
                    <a:pt x="405" y="203"/>
                  </a:lnTo>
                  <a:lnTo>
                    <a:pt x="405" y="169"/>
                  </a:lnTo>
                  <a:lnTo>
                    <a:pt x="371" y="68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33"/>
            <p:cNvSpPr/>
            <p:nvPr/>
          </p:nvSpPr>
          <p:spPr>
            <a:xfrm>
              <a:off x="398680" y="4886874"/>
              <a:ext cx="20203" cy="23536"/>
            </a:xfrm>
            <a:custGeom>
              <a:avLst/>
              <a:gdLst/>
              <a:ahLst/>
              <a:cxnLst/>
              <a:rect l="l" t="t" r="r" b="b"/>
              <a:pathLst>
                <a:path w="406" h="473" extrusionOk="0">
                  <a:moveTo>
                    <a:pt x="102" y="1"/>
                  </a:moveTo>
                  <a:lnTo>
                    <a:pt x="35" y="68"/>
                  </a:lnTo>
                  <a:lnTo>
                    <a:pt x="1" y="236"/>
                  </a:lnTo>
                  <a:lnTo>
                    <a:pt x="1" y="304"/>
                  </a:lnTo>
                  <a:lnTo>
                    <a:pt x="35" y="405"/>
                  </a:lnTo>
                  <a:lnTo>
                    <a:pt x="136" y="472"/>
                  </a:lnTo>
                  <a:lnTo>
                    <a:pt x="237" y="472"/>
                  </a:lnTo>
                  <a:lnTo>
                    <a:pt x="371" y="405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135"/>
                  </a:lnTo>
                  <a:lnTo>
                    <a:pt x="338" y="135"/>
                  </a:lnTo>
                  <a:lnTo>
                    <a:pt x="338" y="102"/>
                  </a:lnTo>
                  <a:lnTo>
                    <a:pt x="304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33"/>
            <p:cNvSpPr/>
            <p:nvPr/>
          </p:nvSpPr>
          <p:spPr>
            <a:xfrm>
              <a:off x="413807" y="5002466"/>
              <a:ext cx="20153" cy="20153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1"/>
                  </a:moveTo>
                  <a:lnTo>
                    <a:pt x="101" y="34"/>
                  </a:lnTo>
                  <a:lnTo>
                    <a:pt x="34" y="136"/>
                  </a:lnTo>
                  <a:lnTo>
                    <a:pt x="0" y="203"/>
                  </a:lnTo>
                  <a:lnTo>
                    <a:pt x="34" y="270"/>
                  </a:lnTo>
                  <a:lnTo>
                    <a:pt x="67" y="371"/>
                  </a:lnTo>
                  <a:lnTo>
                    <a:pt x="168" y="405"/>
                  </a:lnTo>
                  <a:lnTo>
                    <a:pt x="269" y="405"/>
                  </a:lnTo>
                  <a:lnTo>
                    <a:pt x="370" y="338"/>
                  </a:lnTo>
                  <a:lnTo>
                    <a:pt x="404" y="270"/>
                  </a:lnTo>
                  <a:lnTo>
                    <a:pt x="404" y="169"/>
                  </a:lnTo>
                  <a:lnTo>
                    <a:pt x="404" y="136"/>
                  </a:lnTo>
                  <a:lnTo>
                    <a:pt x="337" y="34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33"/>
            <p:cNvSpPr/>
            <p:nvPr/>
          </p:nvSpPr>
          <p:spPr>
            <a:xfrm>
              <a:off x="432218" y="5108007"/>
              <a:ext cx="18461" cy="28562"/>
            </a:xfrm>
            <a:custGeom>
              <a:avLst/>
              <a:gdLst/>
              <a:ahLst/>
              <a:cxnLst/>
              <a:rect l="l" t="t" r="r" b="b"/>
              <a:pathLst>
                <a:path w="371" h="574" extrusionOk="0">
                  <a:moveTo>
                    <a:pt x="169" y="1"/>
                  </a:moveTo>
                  <a:lnTo>
                    <a:pt x="135" y="35"/>
                  </a:lnTo>
                  <a:lnTo>
                    <a:pt x="101" y="68"/>
                  </a:lnTo>
                  <a:lnTo>
                    <a:pt x="34" y="102"/>
                  </a:lnTo>
                  <a:lnTo>
                    <a:pt x="0" y="237"/>
                  </a:lnTo>
                  <a:lnTo>
                    <a:pt x="0" y="371"/>
                  </a:lnTo>
                  <a:lnTo>
                    <a:pt x="34" y="506"/>
                  </a:lnTo>
                  <a:lnTo>
                    <a:pt x="68" y="540"/>
                  </a:lnTo>
                  <a:lnTo>
                    <a:pt x="135" y="573"/>
                  </a:lnTo>
                  <a:lnTo>
                    <a:pt x="236" y="573"/>
                  </a:lnTo>
                  <a:lnTo>
                    <a:pt x="303" y="540"/>
                  </a:lnTo>
                  <a:lnTo>
                    <a:pt x="371" y="439"/>
                  </a:lnTo>
                  <a:lnTo>
                    <a:pt x="371" y="338"/>
                  </a:lnTo>
                  <a:lnTo>
                    <a:pt x="337" y="203"/>
                  </a:lnTo>
                  <a:lnTo>
                    <a:pt x="303" y="136"/>
                  </a:lnTo>
                  <a:lnTo>
                    <a:pt x="270" y="68"/>
                  </a:lnTo>
                  <a:lnTo>
                    <a:pt x="270" y="35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2" name="Google Shape;172;p33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 Sans Medium"/>
              <a:buChar char="●"/>
              <a:defRPr sz="1800" b="0" i="0" u="none" strike="noStrike" cap="none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○"/>
              <a:defRPr sz="1400" b="0" i="0" u="none" strike="noStrike" cap="non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 Light"/>
              <a:buChar char="■"/>
              <a:defRPr sz="1400" b="0" i="0" u="none" strike="noStrike" cap="none">
                <a:solidFill>
                  <a:schemeClr val="dk2"/>
                </a:solidFill>
                <a:latin typeface="Nunito Sans Light"/>
                <a:ea typeface="Nunito Sans Light"/>
                <a:cs typeface="Nunito Sans Light"/>
                <a:sym typeface="Nunito Sans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8" name="Google Shape;8;p19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421301" y="1"/>
            <a:ext cx="762750" cy="7303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9"/>
          <p:cNvSpPr/>
          <p:nvPr/>
        </p:nvSpPr>
        <p:spPr>
          <a:xfrm rot="5400000">
            <a:off x="4431550" y="434600"/>
            <a:ext cx="277200" cy="9140100"/>
          </a:xfrm>
          <a:prstGeom prst="rect">
            <a:avLst/>
          </a:prstGeom>
          <a:gradFill>
            <a:gsLst>
              <a:gs pos="0">
                <a:srgbClr val="FEEB34"/>
              </a:gs>
              <a:gs pos="100000">
                <a:srgbClr val="7BF677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https://www.youtube.com/c/EscolaLivreDeInteligenciaArtificial" TargetMode="External"/><Relationship Id="rId7" Type="http://schemas.openxmlformats.org/officeDocument/2006/relationships/image" Target="../media/image6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acebook.com/escolalivre.ia/" TargetMode="External"/><Relationship Id="rId11" Type="http://schemas.openxmlformats.org/officeDocument/2006/relationships/image" Target="../media/image14.png"/><Relationship Id="rId5" Type="http://schemas.openxmlformats.org/officeDocument/2006/relationships/hyperlink" Target="https://www.linkedin.com/company/escolalivre-ia/" TargetMode="External"/><Relationship Id="rId10" Type="http://schemas.openxmlformats.org/officeDocument/2006/relationships/image" Target="../media/image13.png"/><Relationship Id="rId4" Type="http://schemas.openxmlformats.org/officeDocument/2006/relationships/hyperlink" Target="https://www.github.com/escolalivre-ia/" TargetMode="External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5" Type="http://schemas.openxmlformats.org/officeDocument/2006/relationships/image" Target="../media/image18.png"/><Relationship Id="rId4" Type="http://schemas.openxmlformats.org/officeDocument/2006/relationships/image" Target="../media/image17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jp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semantic-kernel/overview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semantic-kernel/overview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gent-framework/overview/agent-framework-overview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telemetry.io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telemetry.io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enai.owasp.org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pisecuniversity.com/#courses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1150" y="164300"/>
            <a:ext cx="4395251" cy="4208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"/>
          <p:cNvPicPr preferRelativeResize="0"/>
          <p:nvPr/>
        </p:nvPicPr>
        <p:blipFill rotWithShape="1">
          <a:blip r:embed="rId4">
            <a:alphaModFix/>
          </a:blip>
          <a:srcRect l="41847" t="33795" r="12054" b="34103"/>
          <a:stretch/>
        </p:blipFill>
        <p:spPr>
          <a:xfrm>
            <a:off x="4949525" y="998800"/>
            <a:ext cx="3971676" cy="165157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"/>
          <p:cNvSpPr txBox="1"/>
          <p:nvPr/>
        </p:nvSpPr>
        <p:spPr>
          <a:xfrm>
            <a:off x="426750" y="4372794"/>
            <a:ext cx="82905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pt-BR" sz="2600" b="1" i="0" u="none" strike="noStrike" cap="none">
                <a:solidFill>
                  <a:srgbClr val="434343"/>
                </a:solidFill>
                <a:latin typeface="Nunito Sans"/>
                <a:ea typeface="Nunito Sans"/>
                <a:cs typeface="Nunito Sans"/>
                <a:sym typeface="Nunito Sans"/>
              </a:rPr>
              <a:t>Inteligência Artificial ao alcance de todos.</a:t>
            </a:r>
            <a:endParaRPr sz="2600" b="0" i="1" u="none" strike="noStrike" cap="none">
              <a:solidFill>
                <a:srgbClr val="0000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"/>
          <p:cNvSpPr txBox="1"/>
          <p:nvPr/>
        </p:nvSpPr>
        <p:spPr>
          <a:xfrm>
            <a:off x="165150" y="123750"/>
            <a:ext cx="80769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lang="pt-BR" sz="1600" b="1" i="0" u="none" strike="noStrike" cap="none">
                <a:solidFill>
                  <a:srgbClr val="020A58"/>
                </a:solidFill>
                <a:latin typeface="Roboto"/>
                <a:ea typeface="Roboto"/>
                <a:cs typeface="Roboto"/>
                <a:sym typeface="Roboto"/>
              </a:rPr>
              <a:t>Transformar a vida das pessoas e da sociedade, através do ensino de inteligência artificial e área de dados.</a:t>
            </a:r>
            <a:endParaRPr sz="1600" b="1" i="0" u="none" strike="noStrike" cap="none">
              <a:solidFill>
                <a:srgbClr val="020A5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"/>
          <p:cNvSpPr/>
          <p:nvPr/>
        </p:nvSpPr>
        <p:spPr>
          <a:xfrm>
            <a:off x="306725" y="1009650"/>
            <a:ext cx="2284500" cy="3641400"/>
          </a:xfrm>
          <a:prstGeom prst="roundRect">
            <a:avLst>
              <a:gd name="adj" fmla="val 16667"/>
            </a:avLst>
          </a:prstGeom>
          <a:solidFill>
            <a:srgbClr val="FFD136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186" name="Google Shape;186;p2"/>
          <p:cNvSpPr/>
          <p:nvPr/>
        </p:nvSpPr>
        <p:spPr>
          <a:xfrm>
            <a:off x="3429752" y="1009650"/>
            <a:ext cx="2284500" cy="3641400"/>
          </a:xfrm>
          <a:prstGeom prst="roundRect">
            <a:avLst>
              <a:gd name="adj" fmla="val 16667"/>
            </a:avLst>
          </a:prstGeom>
          <a:solidFill>
            <a:srgbClr val="FC344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187" name="Google Shape;187;p2"/>
          <p:cNvSpPr/>
          <p:nvPr/>
        </p:nvSpPr>
        <p:spPr>
          <a:xfrm>
            <a:off x="6552768" y="949700"/>
            <a:ext cx="2284500" cy="3641400"/>
          </a:xfrm>
          <a:prstGeom prst="roundRect">
            <a:avLst>
              <a:gd name="adj" fmla="val 16667"/>
            </a:avLst>
          </a:prstGeom>
          <a:solidFill>
            <a:srgbClr val="00BBE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188" name="Google Shape;188;p2"/>
          <p:cNvSpPr txBox="1"/>
          <p:nvPr/>
        </p:nvSpPr>
        <p:spPr>
          <a:xfrm>
            <a:off x="306725" y="1003325"/>
            <a:ext cx="22845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MISSÃO</a:t>
            </a:r>
            <a:endParaRPr sz="2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"/>
          <p:cNvSpPr txBox="1"/>
          <p:nvPr/>
        </p:nvSpPr>
        <p:spPr>
          <a:xfrm>
            <a:off x="306725" y="1608900"/>
            <a:ext cx="2284500" cy="30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Democratizar ensino</a:t>
            </a:r>
            <a:r>
              <a:rPr lang="pt-BR" sz="1400" b="0" i="0" u="none" strike="noStrike" cap="none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 </a:t>
            </a:r>
            <a:r>
              <a:rPr lang="pt-BR" sz="1200" b="0" i="0" u="none" strike="noStrike" cap="none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de qualidade sobre dados e Inteligência Artificial </a:t>
            </a:r>
            <a:r>
              <a:rPr lang="pt-BR" sz="14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de forma acessível  e ética</a:t>
            </a:r>
            <a:r>
              <a:rPr lang="pt-BR" sz="1200" b="0" i="0" u="none" strike="noStrike" cap="none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, capacitando as pessoas para criarem soluções que impactam empresas e negócios</a:t>
            </a:r>
            <a:r>
              <a:rPr lang="pt-BR" sz="1400" b="0" i="0" u="none" strike="noStrike" cap="none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pt-BR" sz="1200" b="0" i="0" u="none" strike="noStrike" cap="none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positivamente</a:t>
            </a:r>
            <a:r>
              <a:rPr lang="pt-BR" sz="1400" b="0" i="0" u="none" strike="noStrike" cap="none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.</a:t>
            </a:r>
            <a:endParaRPr sz="1400" b="0" i="0" u="none" strike="noStrike" cap="none"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90" name="Google Shape;190;p2"/>
          <p:cNvSpPr txBox="1"/>
          <p:nvPr/>
        </p:nvSpPr>
        <p:spPr>
          <a:xfrm>
            <a:off x="3429750" y="1003313"/>
            <a:ext cx="22845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VISÃO</a:t>
            </a:r>
            <a:endParaRPr sz="2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"/>
          <p:cNvSpPr txBox="1"/>
          <p:nvPr/>
        </p:nvSpPr>
        <p:spPr>
          <a:xfrm>
            <a:off x="3429750" y="1608900"/>
            <a:ext cx="2397300" cy="29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Ser referência</a:t>
            </a:r>
            <a:r>
              <a:rPr lang="pt-BR" sz="1300" b="0" i="0" u="none" strike="noStrike" cap="none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pt-BR" sz="14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no ensino</a:t>
            </a:r>
            <a:r>
              <a:rPr lang="pt-BR" sz="1200" b="0" i="0" u="none" strike="noStrike" cap="none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pt-BR" sz="1150" b="0" i="0" u="none" strike="noStrike" cap="none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gratuito de Dados e IA.</a:t>
            </a:r>
            <a:endParaRPr sz="1150" b="0" i="0" u="none" strike="noStrike" cap="none"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pt-BR" sz="1150" b="0" i="0" u="none" strike="noStrike" cap="none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Formar uma comunidade </a:t>
            </a:r>
            <a:r>
              <a:rPr lang="pt-BR" sz="14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colaborativa e inclusiva</a:t>
            </a:r>
            <a:r>
              <a:rPr lang="pt-BR" sz="1200" b="0" i="0" u="none" strike="noStrike" cap="none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.</a:t>
            </a:r>
            <a:endParaRPr sz="1200" b="0" i="0" u="none" strike="noStrike" cap="none"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pt-BR" sz="1150" b="0" i="0" u="none" strike="noStrike" cap="none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Fornecer  conhecimento para os alunos terem a  oportunidades para contribuir com os  avanços tecnológicos no mercado.</a:t>
            </a:r>
            <a:endParaRPr sz="1150" b="0" i="0" u="none" strike="noStrike" cap="none"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92" name="Google Shape;192;p2"/>
          <p:cNvSpPr txBox="1"/>
          <p:nvPr/>
        </p:nvSpPr>
        <p:spPr>
          <a:xfrm>
            <a:off x="6552775" y="949700"/>
            <a:ext cx="22845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VALORES</a:t>
            </a:r>
            <a:endParaRPr sz="2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"/>
          <p:cNvSpPr txBox="1"/>
          <p:nvPr/>
        </p:nvSpPr>
        <p:spPr>
          <a:xfrm>
            <a:off x="6552775" y="1555275"/>
            <a:ext cx="2284500" cy="29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Medium"/>
              <a:buAutoNum type="arabicPeriod"/>
            </a:pPr>
            <a:r>
              <a:rPr lang="pt-BR" sz="1400" b="0" i="0" u="none" strike="noStrike" cap="none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Respeito</a:t>
            </a:r>
            <a:endParaRPr sz="1400" b="0" i="0" u="none" strike="noStrike" cap="none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Medium"/>
              <a:buAutoNum type="arabicPeriod"/>
            </a:pPr>
            <a:r>
              <a:rPr lang="pt-BR" sz="1400" b="0" i="0" u="none" strike="noStrike" cap="none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Colaboração</a:t>
            </a:r>
            <a:endParaRPr sz="1400" b="0" i="0" u="none" strike="noStrike" cap="none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Medium"/>
              <a:buAutoNum type="arabicPeriod"/>
            </a:pPr>
            <a:r>
              <a:rPr lang="pt-BR" sz="1400" b="0" i="0" u="none" strike="noStrike" cap="none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Diversidade e Inclusão</a:t>
            </a:r>
            <a:endParaRPr sz="1400" b="0" i="0" u="none" strike="noStrike" cap="none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Medium"/>
              <a:buAutoNum type="arabicPeriod"/>
            </a:pPr>
            <a:r>
              <a:rPr lang="pt-BR" sz="1400" b="0" i="0" u="none" strike="noStrike" cap="none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Ética</a:t>
            </a:r>
            <a:endParaRPr sz="1400" b="0" i="0" u="none" strike="noStrike" cap="none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 Sans Medium"/>
              <a:buAutoNum type="arabicPeriod"/>
            </a:pPr>
            <a:r>
              <a:rPr lang="pt-BR" sz="1400" b="0" i="0" u="none" strike="noStrike" cap="none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Acessibilidade</a:t>
            </a:r>
            <a:endParaRPr sz="1400" b="0" i="0" u="none" strike="noStrike" cap="none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194" name="Google Shape;194;p2"/>
          <p:cNvSpPr txBox="1"/>
          <p:nvPr/>
        </p:nvSpPr>
        <p:spPr>
          <a:xfrm>
            <a:off x="0" y="4865861"/>
            <a:ext cx="162897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Escola Livre de IA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"/>
          <p:cNvSpPr txBox="1"/>
          <p:nvPr/>
        </p:nvSpPr>
        <p:spPr>
          <a:xfrm>
            <a:off x="338175" y="599650"/>
            <a:ext cx="8462400" cy="3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200" name="Google Shape;200;p3"/>
          <p:cNvSpPr txBox="1"/>
          <p:nvPr/>
        </p:nvSpPr>
        <p:spPr>
          <a:xfrm>
            <a:off x="165150" y="123750"/>
            <a:ext cx="6656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pt-BR" sz="3000" b="1" i="0" u="none" strike="noStrike" cap="none">
                <a:solidFill>
                  <a:srgbClr val="020A58"/>
                </a:solidFill>
                <a:latin typeface="Roboto"/>
                <a:ea typeface="Roboto"/>
                <a:cs typeface="Roboto"/>
                <a:sym typeface="Roboto"/>
              </a:rPr>
              <a:t>Pilares da escola</a:t>
            </a:r>
            <a:endParaRPr sz="3000" b="1" i="0" u="none" strike="noStrike" cap="none">
              <a:solidFill>
                <a:srgbClr val="020A5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1" name="Google Shape;201;p3"/>
          <p:cNvPicPr preferRelativeResize="0"/>
          <p:nvPr/>
        </p:nvPicPr>
        <p:blipFill rotWithShape="1">
          <a:blip r:embed="rId3">
            <a:alphaModFix/>
          </a:blip>
          <a:srcRect l="15903" t="38169" r="67923" b="4937"/>
          <a:stretch/>
        </p:blipFill>
        <p:spPr>
          <a:xfrm>
            <a:off x="3945363" y="1799375"/>
            <a:ext cx="1050542" cy="2129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"/>
          <p:cNvPicPr preferRelativeResize="0"/>
          <p:nvPr/>
        </p:nvPicPr>
        <p:blipFill rotWithShape="1">
          <a:blip r:embed="rId3">
            <a:alphaModFix/>
          </a:blip>
          <a:srcRect l="39736" t="39772" r="44088" b="3333"/>
          <a:stretch/>
        </p:blipFill>
        <p:spPr>
          <a:xfrm>
            <a:off x="6555710" y="1851607"/>
            <a:ext cx="1050542" cy="2129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"/>
          <p:cNvPicPr preferRelativeResize="0"/>
          <p:nvPr/>
        </p:nvPicPr>
        <p:blipFill rotWithShape="1">
          <a:blip r:embed="rId3">
            <a:alphaModFix/>
          </a:blip>
          <a:srcRect l="63964" t="39772" r="19861" b="3333"/>
          <a:stretch/>
        </p:blipFill>
        <p:spPr>
          <a:xfrm>
            <a:off x="1335034" y="1851607"/>
            <a:ext cx="1050542" cy="212926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"/>
          <p:cNvSpPr txBox="1"/>
          <p:nvPr/>
        </p:nvSpPr>
        <p:spPr>
          <a:xfrm>
            <a:off x="3644888" y="1697150"/>
            <a:ext cx="16515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Cursos Livres - EAD</a:t>
            </a:r>
            <a:endParaRPr sz="12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205" name="Google Shape;205;p3"/>
          <p:cNvSpPr txBox="1"/>
          <p:nvPr/>
        </p:nvSpPr>
        <p:spPr>
          <a:xfrm>
            <a:off x="6255225" y="1542350"/>
            <a:ext cx="16515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Desafios/Hackatons/Oficinas</a:t>
            </a:r>
            <a:endParaRPr sz="12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206" name="Google Shape;206;p3"/>
          <p:cNvSpPr txBox="1"/>
          <p:nvPr/>
        </p:nvSpPr>
        <p:spPr>
          <a:xfrm>
            <a:off x="831675" y="1697150"/>
            <a:ext cx="20574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Aulas ao Vivo</a:t>
            </a:r>
            <a:endParaRPr sz="12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207" name="Google Shape;207;p3"/>
          <p:cNvSpPr txBox="1"/>
          <p:nvPr/>
        </p:nvSpPr>
        <p:spPr>
          <a:xfrm>
            <a:off x="953550" y="885425"/>
            <a:ext cx="6764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208" name="Google Shape;208;p3"/>
          <p:cNvSpPr txBox="1"/>
          <p:nvPr/>
        </p:nvSpPr>
        <p:spPr>
          <a:xfrm>
            <a:off x="0" y="4865861"/>
            <a:ext cx="162897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Escola Livre de IA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"/>
          <p:cNvSpPr txBox="1"/>
          <p:nvPr/>
        </p:nvSpPr>
        <p:spPr>
          <a:xfrm>
            <a:off x="165150" y="123750"/>
            <a:ext cx="80769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lang="pt-BR" sz="1600" b="1" i="0" u="none" strike="noStrike" cap="none">
                <a:solidFill>
                  <a:srgbClr val="020A58"/>
                </a:solidFill>
                <a:latin typeface="Roboto"/>
                <a:ea typeface="Roboto"/>
                <a:cs typeface="Roboto"/>
                <a:sym typeface="Roboto"/>
              </a:rPr>
              <a:t>Estarmos alinhados com os objetivos sustentáveis da ONU direta e indiretamente através da democratização do ensino de IA.</a:t>
            </a:r>
            <a:endParaRPr sz="1600" b="1" i="0" u="none" strike="noStrike" cap="none">
              <a:solidFill>
                <a:srgbClr val="020A5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4" name="Google Shape;21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765150"/>
            <a:ext cx="8839200" cy="411323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4"/>
          <p:cNvSpPr/>
          <p:nvPr/>
        </p:nvSpPr>
        <p:spPr>
          <a:xfrm>
            <a:off x="72800" y="1390400"/>
            <a:ext cx="199800" cy="164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4492400" y="1390400"/>
            <a:ext cx="199800" cy="164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5940200" y="1390400"/>
            <a:ext cx="199800" cy="164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5940200" y="2685800"/>
            <a:ext cx="199800" cy="164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3044600" y="2609600"/>
            <a:ext cx="199800" cy="164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1520600" y="2609600"/>
            <a:ext cx="199800" cy="164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4492400" y="3981200"/>
            <a:ext cx="199800" cy="164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5940200" y="3981200"/>
            <a:ext cx="199800" cy="164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223" name="Google Shape;223;p4"/>
          <p:cNvSpPr txBox="1"/>
          <p:nvPr/>
        </p:nvSpPr>
        <p:spPr>
          <a:xfrm>
            <a:off x="0" y="4865861"/>
            <a:ext cx="162897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Escola Livre de IA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"/>
          <p:cNvSpPr txBox="1"/>
          <p:nvPr/>
        </p:nvSpPr>
        <p:spPr>
          <a:xfrm>
            <a:off x="165150" y="123750"/>
            <a:ext cx="6656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pt-BR" sz="3000" b="1" i="0" u="none" strike="noStrike" cap="none">
                <a:solidFill>
                  <a:srgbClr val="020A58"/>
                </a:solidFill>
                <a:latin typeface="Roboto"/>
                <a:ea typeface="Roboto"/>
                <a:cs typeface="Roboto"/>
                <a:sym typeface="Roboto"/>
              </a:rPr>
              <a:t>Nossa comunidade</a:t>
            </a:r>
            <a:endParaRPr sz="3000" b="1" i="0" u="none" strike="noStrike" cap="none">
              <a:solidFill>
                <a:srgbClr val="020A5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9" name="Google Shape;229;p5"/>
          <p:cNvPicPr preferRelativeResize="0"/>
          <p:nvPr/>
        </p:nvPicPr>
        <p:blipFill rotWithShape="1">
          <a:blip r:embed="rId3">
            <a:alphaModFix/>
          </a:blip>
          <a:srcRect t="22545" b="28270"/>
          <a:stretch/>
        </p:blipFill>
        <p:spPr>
          <a:xfrm>
            <a:off x="666753" y="3402363"/>
            <a:ext cx="1625526" cy="38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5"/>
          <p:cNvSpPr txBox="1"/>
          <p:nvPr/>
        </p:nvSpPr>
        <p:spPr>
          <a:xfrm>
            <a:off x="3429075" y="977225"/>
            <a:ext cx="3286200" cy="20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+100 aulas</a:t>
            </a:r>
            <a:endParaRPr sz="18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+40 professores</a:t>
            </a:r>
            <a:endParaRPr sz="18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+1.000 pessoas</a:t>
            </a:r>
            <a:endParaRPr sz="18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0" i="0" u="none" strike="noStrike" cap="none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Out/2018 - Dez/2021</a:t>
            </a:r>
            <a:endParaRPr sz="12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231" name="Google Shape;231;p5"/>
          <p:cNvSpPr txBox="1"/>
          <p:nvPr/>
        </p:nvSpPr>
        <p:spPr>
          <a:xfrm>
            <a:off x="7613318" y="1295825"/>
            <a:ext cx="1156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1" i="0" u="none" strike="noStrike" cap="non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8,5 mil</a:t>
            </a:r>
            <a:endParaRPr sz="1800" b="1" i="0" u="none" strike="noStrike" cap="none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232" name="Google Shape;23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76111" y="1111029"/>
            <a:ext cx="831300" cy="831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233" name="Google Shape;233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76097" y="3138475"/>
            <a:ext cx="831314" cy="83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5"/>
          <p:cNvPicPr preferRelativeResize="0"/>
          <p:nvPr/>
        </p:nvPicPr>
        <p:blipFill rotWithShape="1">
          <a:blip r:embed="rId6">
            <a:alphaModFix/>
          </a:blip>
          <a:srcRect l="14757" t="7373" r="17546" b="7374"/>
          <a:stretch/>
        </p:blipFill>
        <p:spPr>
          <a:xfrm>
            <a:off x="10702023" y="1686373"/>
            <a:ext cx="709362" cy="83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5"/>
          <p:cNvSpPr txBox="1"/>
          <p:nvPr/>
        </p:nvSpPr>
        <p:spPr>
          <a:xfrm>
            <a:off x="7613310" y="3393575"/>
            <a:ext cx="1397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1.200 &gt; 195</a:t>
            </a:r>
            <a:endParaRPr sz="1600" b="1" i="0" u="none" strike="noStrike" cap="none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36" name="Google Shape;236;p5"/>
          <p:cNvSpPr txBox="1"/>
          <p:nvPr/>
        </p:nvSpPr>
        <p:spPr>
          <a:xfrm>
            <a:off x="7613318" y="2309550"/>
            <a:ext cx="1156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1" i="0" u="none" strike="noStrike" cap="non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650</a:t>
            </a:r>
            <a:endParaRPr sz="1800" b="1" i="0" u="none" strike="noStrike" cap="none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237" name="Google Shape;237;p5"/>
          <p:cNvPicPr preferRelativeResize="0"/>
          <p:nvPr/>
        </p:nvPicPr>
        <p:blipFill rotWithShape="1">
          <a:blip r:embed="rId7">
            <a:alphaModFix/>
          </a:blip>
          <a:srcRect l="8894" t="18424" r="7199" b="18863"/>
          <a:stretch/>
        </p:blipFill>
        <p:spPr>
          <a:xfrm>
            <a:off x="534950" y="880812"/>
            <a:ext cx="2894126" cy="1291726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5"/>
          <p:cNvSpPr txBox="1"/>
          <p:nvPr/>
        </p:nvSpPr>
        <p:spPr>
          <a:xfrm>
            <a:off x="2493597" y="3178025"/>
            <a:ext cx="20784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+5,63 mil inscritos</a:t>
            </a:r>
            <a:endParaRPr sz="14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+60 mil visualizações</a:t>
            </a:r>
            <a:endParaRPr sz="14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=9,3 mil horas exibição</a:t>
            </a:r>
            <a:endParaRPr sz="14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239" name="Google Shape;239;p5"/>
          <p:cNvSpPr txBox="1"/>
          <p:nvPr/>
        </p:nvSpPr>
        <p:spPr>
          <a:xfrm>
            <a:off x="6676110" y="704200"/>
            <a:ext cx="139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Seguidores:</a:t>
            </a:r>
            <a:endParaRPr sz="12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240" name="Google Shape;240;p5"/>
          <p:cNvSpPr txBox="1"/>
          <p:nvPr/>
        </p:nvSpPr>
        <p:spPr>
          <a:xfrm>
            <a:off x="7155050" y="4569475"/>
            <a:ext cx="183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800" b="0" i="0" u="none" strike="noStrike" cap="none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*Atualizado em 15/03/25</a:t>
            </a:r>
            <a:endParaRPr sz="8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pic>
        <p:nvPicPr>
          <p:cNvPr id="241" name="Google Shape;241;p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76095" y="2124750"/>
            <a:ext cx="831325" cy="831304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5"/>
          <p:cNvSpPr txBox="1"/>
          <p:nvPr/>
        </p:nvSpPr>
        <p:spPr>
          <a:xfrm>
            <a:off x="0" y="4865861"/>
            <a:ext cx="162897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Escola Livre de IA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"/>
          <p:cNvSpPr txBox="1"/>
          <p:nvPr/>
        </p:nvSpPr>
        <p:spPr>
          <a:xfrm>
            <a:off x="165150" y="123750"/>
            <a:ext cx="6656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pt-BR" sz="3000" b="1" i="0" u="none" strike="noStrike" cap="none">
                <a:solidFill>
                  <a:srgbClr val="020A58"/>
                </a:solidFill>
                <a:latin typeface="Roboto"/>
                <a:ea typeface="Roboto"/>
                <a:cs typeface="Roboto"/>
                <a:sym typeface="Roboto"/>
              </a:rPr>
              <a:t>Canais de comunicação</a:t>
            </a:r>
            <a:endParaRPr sz="3000" b="1" i="0" u="none" strike="noStrike" cap="none">
              <a:solidFill>
                <a:srgbClr val="020A5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6"/>
          <p:cNvSpPr txBox="1"/>
          <p:nvPr/>
        </p:nvSpPr>
        <p:spPr>
          <a:xfrm>
            <a:off x="2638425" y="1108200"/>
            <a:ext cx="6124500" cy="3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3333FF"/>
                </a:solidFill>
                <a:uFill>
                  <a:noFill/>
                </a:uFill>
                <a:latin typeface="Nunito Sans"/>
                <a:ea typeface="Nunito Sans"/>
                <a:cs typeface="Nunito Sans"/>
                <a:sym typeface="Nunito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www.youtub</a:t>
            </a:r>
            <a:r>
              <a:rPr lang="pt-BR" sz="1800" b="0" i="0" u="none" strike="noStrike" cap="none">
                <a:solidFill>
                  <a:srgbClr val="3333FF"/>
                </a:solidFill>
                <a:highlight>
                  <a:srgbClr val="FFFFFF"/>
                </a:highlight>
                <a:uFill>
                  <a:noFill/>
                </a:uFill>
                <a:latin typeface="Nunito Sans"/>
                <a:ea typeface="Nunito Sans"/>
                <a:cs typeface="Nunito Sans"/>
                <a:sym typeface="Nunito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e.com/c/EscolaLivreDeInteligenciaArtificial</a:t>
            </a:r>
            <a:endParaRPr sz="1800" b="0" i="0" u="none" strike="noStrike" cap="none">
              <a:solidFill>
                <a:srgbClr val="3333FF"/>
              </a:solidFill>
              <a:highlight>
                <a:srgbClr val="FFFFFF"/>
              </a:highlight>
              <a:latin typeface="Nunito Sans"/>
              <a:ea typeface="Nunito Sans"/>
              <a:cs typeface="Nunito Sans"/>
              <a:sym typeface="Nunito Sans"/>
            </a:endParaRPr>
          </a:p>
          <a:p>
            <a:pPr marL="0" marR="0" lvl="0" indent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3333FF"/>
                </a:solidFill>
                <a:highlight>
                  <a:schemeClr val="lt1"/>
                </a:highlight>
                <a:latin typeface="Nunito Sans"/>
                <a:ea typeface="Nunito Sans"/>
                <a:cs typeface="Nunito Sans"/>
                <a:sym typeface="Nunito Sans"/>
              </a:rPr>
              <a:t>@</a:t>
            </a:r>
            <a:r>
              <a:rPr lang="pt-BR" sz="1800" b="0" i="0" u="none" strike="noStrike" cap="none">
                <a:solidFill>
                  <a:srgbClr val="3333FF"/>
                </a:solidFill>
                <a:highlight>
                  <a:schemeClr val="lt1"/>
                </a:highlight>
                <a:uFill>
                  <a:noFill/>
                </a:uFill>
                <a:latin typeface="Nunito Sans"/>
                <a:ea typeface="Nunito Sans"/>
                <a:cs typeface="Nunito Sans"/>
                <a:sym typeface="Nunito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escolalivre_ia</a:t>
            </a:r>
            <a:endParaRPr sz="1800" b="0" i="0" u="none" strike="noStrike" cap="none">
              <a:solidFill>
                <a:srgbClr val="3333FF"/>
              </a:solidFill>
              <a:highlight>
                <a:srgbClr val="FFFFFF"/>
              </a:highlight>
              <a:latin typeface="Nunito Sans"/>
              <a:ea typeface="Nunito Sans"/>
              <a:cs typeface="Nunito Sans"/>
              <a:sym typeface="Nunito Sans"/>
            </a:endParaRPr>
          </a:p>
          <a:p>
            <a:pPr marL="0" marR="0" lvl="0" indent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0" i="0" u="none" strike="noStrike" cap="none">
                <a:solidFill>
                  <a:srgbClr val="3333FF"/>
                </a:solidFill>
                <a:highlight>
                  <a:srgbClr val="FFFFFF"/>
                </a:highlight>
                <a:uFill>
                  <a:noFill/>
                </a:uFill>
                <a:latin typeface="Nunito Sans"/>
                <a:ea typeface="Nunito Sans"/>
                <a:cs typeface="Nunito Sans"/>
                <a:sym typeface="Nunito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www.linkedin.com/company/escolalivre-ia/</a:t>
            </a:r>
            <a:endParaRPr sz="1800" b="0" i="0" u="none" strike="noStrike" cap="none">
              <a:solidFill>
                <a:srgbClr val="3333FF"/>
              </a:solidFill>
              <a:highlight>
                <a:srgbClr val="FFFFFF"/>
              </a:highlight>
              <a:latin typeface="Nunito Sans"/>
              <a:ea typeface="Nunito Sans"/>
              <a:cs typeface="Nunito Sans"/>
              <a:sym typeface="Nunito Sans"/>
            </a:endParaRPr>
          </a:p>
          <a:p>
            <a:pPr marL="0" marR="0" lvl="0" indent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3333FF"/>
                </a:solidFill>
                <a:highlight>
                  <a:srgbClr val="FFFFFF"/>
                </a:highlight>
                <a:uFill>
                  <a:noFill/>
                </a:uFill>
                <a:latin typeface="Nunito Sans"/>
                <a:ea typeface="Nunito Sans"/>
                <a:cs typeface="Nunito Sans"/>
                <a:sym typeface="Nunito Sa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www.facebook.com/escolalivre.ia/</a:t>
            </a:r>
            <a:endParaRPr sz="1800" b="0" i="0" u="none" strike="noStrike" cap="none">
              <a:solidFill>
                <a:srgbClr val="3333FF"/>
              </a:solidFill>
              <a:highlight>
                <a:srgbClr val="FFFFFF"/>
              </a:highlight>
              <a:latin typeface="Nunito Sans"/>
              <a:ea typeface="Nunito Sans"/>
              <a:cs typeface="Nunito Sans"/>
              <a:sym typeface="Nunito Sans"/>
            </a:endParaRPr>
          </a:p>
          <a:p>
            <a:pPr marL="0" marR="0" lvl="0" indent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3333FF"/>
                </a:solidFill>
                <a:highlight>
                  <a:schemeClr val="lt1"/>
                </a:highlight>
                <a:uFill>
                  <a:noFill/>
                </a:uFill>
                <a:latin typeface="Nunito Sans"/>
                <a:ea typeface="Nunito Sans"/>
                <a:cs typeface="Nunito Sans"/>
                <a:sym typeface="Nunito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www.github.com/escolalivre-ia/</a:t>
            </a:r>
            <a:endParaRPr sz="1800" b="0" i="0" u="none" strike="noStrike" cap="none">
              <a:solidFill>
                <a:srgbClr val="3333FF"/>
              </a:solidFill>
              <a:highlight>
                <a:srgbClr val="FFFFFF"/>
              </a:highlight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249" name="Google Shape;249;p6"/>
          <p:cNvPicPr preferRelativeResize="0"/>
          <p:nvPr/>
        </p:nvPicPr>
        <p:blipFill rotWithShape="1">
          <a:blip r:embed="rId7">
            <a:alphaModFix/>
          </a:blip>
          <a:srcRect t="22545" b="28270"/>
          <a:stretch/>
        </p:blipFill>
        <p:spPr>
          <a:xfrm>
            <a:off x="753453" y="1108200"/>
            <a:ext cx="1625526" cy="3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6"/>
          <p:cNvPicPr preferRelativeResize="0"/>
          <p:nvPr/>
        </p:nvPicPr>
        <p:blipFill rotWithShape="1">
          <a:blip r:embed="rId8">
            <a:alphaModFix/>
          </a:blip>
          <a:srcRect l="11126" t="31694" r="10013" b="37573"/>
          <a:stretch/>
        </p:blipFill>
        <p:spPr>
          <a:xfrm>
            <a:off x="810604" y="3943390"/>
            <a:ext cx="1568375" cy="3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0530" y="2504944"/>
            <a:ext cx="1408449" cy="3826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2" name="Google Shape;252;p6"/>
          <p:cNvGrpSpPr/>
          <p:nvPr/>
        </p:nvGrpSpPr>
        <p:grpSpPr>
          <a:xfrm>
            <a:off x="643796" y="3177331"/>
            <a:ext cx="1735180" cy="476300"/>
            <a:chOff x="643796" y="4067175"/>
            <a:chExt cx="1735180" cy="476300"/>
          </a:xfrm>
        </p:grpSpPr>
        <p:pic>
          <p:nvPicPr>
            <p:cNvPr id="253" name="Google Shape;253;p6"/>
            <p:cNvPicPr preferRelativeResize="0"/>
            <p:nvPr/>
          </p:nvPicPr>
          <p:blipFill rotWithShape="1">
            <a:blip r:embed="rId10">
              <a:alphaModFix/>
            </a:blip>
            <a:srcRect l="28761" t="7827" r="8654" b="11056"/>
            <a:stretch/>
          </p:blipFill>
          <p:spPr>
            <a:xfrm>
              <a:off x="1104900" y="4067175"/>
              <a:ext cx="1274076" cy="476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6"/>
            <p:cNvPicPr preferRelativeResize="0"/>
            <p:nvPr/>
          </p:nvPicPr>
          <p:blipFill rotWithShape="1">
            <a:blip r:embed="rId10">
              <a:alphaModFix/>
            </a:blip>
            <a:srcRect l="4907" t="7827" r="70763" b="11056"/>
            <a:stretch/>
          </p:blipFill>
          <p:spPr>
            <a:xfrm>
              <a:off x="643796" y="4134175"/>
              <a:ext cx="355956" cy="3423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5" name="Google Shape;255;p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29688" y="1780584"/>
            <a:ext cx="1673047" cy="43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6" title="linktr.ee-QR Code-escola_livre_ia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00550" y="3002400"/>
            <a:ext cx="1283400" cy="128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6"/>
          <p:cNvSpPr txBox="1"/>
          <p:nvPr/>
        </p:nvSpPr>
        <p:spPr>
          <a:xfrm>
            <a:off x="7458050" y="2663700"/>
            <a:ext cx="15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0" i="0" u="none" strike="noStrike" cap="none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linktr.ee/escola_livre_ia</a:t>
            </a:r>
            <a:endParaRPr sz="10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258" name="Google Shape;258;p6"/>
          <p:cNvSpPr txBox="1"/>
          <p:nvPr/>
        </p:nvSpPr>
        <p:spPr>
          <a:xfrm>
            <a:off x="0" y="4865861"/>
            <a:ext cx="162897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Escola Livre de IA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7"/>
          <p:cNvSpPr txBox="1"/>
          <p:nvPr/>
        </p:nvSpPr>
        <p:spPr>
          <a:xfrm>
            <a:off x="852825" y="112000"/>
            <a:ext cx="66942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pt-BR" sz="3000" b="0" i="0" u="none" strike="noStrike" cap="none">
                <a:solidFill>
                  <a:srgbClr val="020A58"/>
                </a:solidFill>
                <a:latin typeface="Roboto"/>
                <a:ea typeface="Roboto"/>
                <a:cs typeface="Roboto"/>
                <a:sym typeface="Roboto"/>
              </a:rPr>
              <a:t>Voluntários</a:t>
            </a:r>
            <a:endParaRPr sz="3000" b="0" i="0" u="none" strike="noStrike" cap="none">
              <a:solidFill>
                <a:srgbClr val="020A5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7"/>
          <p:cNvSpPr txBox="1"/>
          <p:nvPr/>
        </p:nvSpPr>
        <p:spPr>
          <a:xfrm>
            <a:off x="852825" y="523450"/>
            <a:ext cx="2748000" cy="3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1" i="0" u="none" strike="noStrike" cap="none">
                <a:solidFill>
                  <a:srgbClr val="0B5394"/>
                </a:solidFill>
                <a:latin typeface="Nunito Sans"/>
                <a:ea typeface="Nunito Sans"/>
                <a:cs typeface="Nunito Sans"/>
                <a:sym typeface="Nunito Sans"/>
              </a:rPr>
              <a:t>Andréa Longarini</a:t>
            </a:r>
            <a:endParaRPr sz="1800" b="1" i="0" u="none" strike="noStrike" cap="none">
              <a:solidFill>
                <a:srgbClr val="0B5394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marL="4572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marL="4572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CEO Escola Livre de IA</a:t>
            </a:r>
            <a:endParaRPr sz="14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marL="4572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0" i="0" u="none" strike="noStrike" cap="none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linkedin.com/in/andrea-longarini/</a:t>
            </a:r>
            <a:endParaRPr sz="10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pic>
        <p:nvPicPr>
          <p:cNvPr id="265" name="Google Shape;26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0565" y="1091600"/>
            <a:ext cx="1232525" cy="1174326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7"/>
          <p:cNvSpPr txBox="1"/>
          <p:nvPr/>
        </p:nvSpPr>
        <p:spPr>
          <a:xfrm>
            <a:off x="4799050" y="523450"/>
            <a:ext cx="2748000" cy="3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1" i="0" u="none" strike="noStrike" cap="none">
                <a:solidFill>
                  <a:srgbClr val="0B5394"/>
                </a:solidFill>
                <a:latin typeface="Nunito Sans"/>
                <a:ea typeface="Nunito Sans"/>
                <a:cs typeface="Nunito Sans"/>
                <a:sym typeface="Nunito Sans"/>
              </a:rPr>
              <a:t>Geovane Anderson</a:t>
            </a:r>
            <a:endParaRPr sz="1800" b="1" i="0" u="none" strike="noStrike" cap="none">
              <a:solidFill>
                <a:srgbClr val="0B5394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marL="4572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marL="4572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CFO e COO Escola Livre de IA</a:t>
            </a:r>
            <a:endParaRPr sz="14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marL="4572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0" i="0" u="none" strike="noStrike" cap="none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linkedin.com/in/geovaneanderson/</a:t>
            </a:r>
            <a:endParaRPr sz="10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5527375" y="1079850"/>
            <a:ext cx="1303500" cy="117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pic>
        <p:nvPicPr>
          <p:cNvPr id="268" name="Google Shape;268;p7"/>
          <p:cNvPicPr preferRelativeResize="0"/>
          <p:nvPr/>
        </p:nvPicPr>
        <p:blipFill rotWithShape="1">
          <a:blip r:embed="rId4">
            <a:alphaModFix/>
          </a:blip>
          <a:srcRect b="11589"/>
          <a:stretch/>
        </p:blipFill>
        <p:spPr>
          <a:xfrm>
            <a:off x="5527375" y="1079850"/>
            <a:ext cx="1303500" cy="123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60501" y="3264338"/>
            <a:ext cx="1430348" cy="142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7"/>
          <p:cNvPicPr preferRelativeResize="0"/>
          <p:nvPr/>
        </p:nvPicPr>
        <p:blipFill rotWithShape="1">
          <a:blip r:embed="rId6">
            <a:alphaModFix/>
          </a:blip>
          <a:srcRect l="25294" t="41641" r="24855" b="11095"/>
          <a:stretch/>
        </p:blipFill>
        <p:spPr>
          <a:xfrm>
            <a:off x="5457875" y="3228725"/>
            <a:ext cx="1430351" cy="149536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7"/>
          <p:cNvSpPr txBox="1"/>
          <p:nvPr/>
        </p:nvSpPr>
        <p:spPr>
          <a:xfrm>
            <a:off x="0" y="4865861"/>
            <a:ext cx="162897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Escola Livre de IA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 txBox="1"/>
          <p:nvPr/>
        </p:nvSpPr>
        <p:spPr>
          <a:xfrm>
            <a:off x="165150" y="123750"/>
            <a:ext cx="6656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pt-BR" sz="3000" b="1" i="0" u="none" strike="noStrike" cap="none">
                <a:solidFill>
                  <a:srgbClr val="020A58"/>
                </a:solidFill>
                <a:latin typeface="Roboto"/>
                <a:ea typeface="Roboto"/>
                <a:cs typeface="Roboto"/>
                <a:sym typeface="Roboto"/>
              </a:rPr>
              <a:t>Propósito da Escola</a:t>
            </a:r>
            <a:endParaRPr sz="3000" b="1" i="0" u="none" strike="noStrike" cap="none">
              <a:solidFill>
                <a:srgbClr val="020A5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8"/>
          <p:cNvSpPr txBox="1"/>
          <p:nvPr/>
        </p:nvSpPr>
        <p:spPr>
          <a:xfrm>
            <a:off x="338175" y="904450"/>
            <a:ext cx="8462400" cy="3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pt-BR" sz="46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Transformar a </a:t>
            </a:r>
            <a:r>
              <a:rPr lang="pt-BR" sz="4600"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vida das pessoas</a:t>
            </a:r>
            <a:r>
              <a:rPr lang="pt-BR" sz="46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e da sociedade, </a:t>
            </a:r>
            <a:r>
              <a:rPr lang="pt-BR" sz="4600" b="1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através do ensino</a:t>
            </a:r>
            <a:r>
              <a:rPr lang="pt-BR" sz="46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de dados e inteligência artificial.</a:t>
            </a:r>
            <a:endParaRPr sz="46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278" name="Google Shape;278;p8"/>
          <p:cNvSpPr txBox="1"/>
          <p:nvPr/>
        </p:nvSpPr>
        <p:spPr>
          <a:xfrm>
            <a:off x="0" y="4865861"/>
            <a:ext cx="162897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Escola Livre de IA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82150" y="1198975"/>
            <a:ext cx="6045749" cy="6145749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9"/>
          <p:cNvSpPr txBox="1">
            <a:spLocks noGrp="1"/>
          </p:cNvSpPr>
          <p:nvPr>
            <p:ph type="ctrTitle"/>
          </p:nvPr>
        </p:nvSpPr>
        <p:spPr>
          <a:xfrm>
            <a:off x="311550" y="2253300"/>
            <a:ext cx="8520900" cy="9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4580" b="1" dirty="0">
              <a:latin typeface="Roboto"/>
              <a:ea typeface="Roboto"/>
              <a:cs typeface="Roboto"/>
              <a:sym typeface="Roboto"/>
            </a:endParaRPr>
          </a:p>
          <a:p>
            <a:pPr lvl="0" algn="l">
              <a:lnSpc>
                <a:spcPct val="150000"/>
              </a:lnSpc>
              <a:buClr>
                <a:schemeClr val="dk1"/>
              </a:buClr>
              <a:buNone/>
            </a:pPr>
            <a:r>
              <a:rPr lang="pt-BR" sz="3000" b="1" dirty="0">
                <a:solidFill>
                  <a:srgbClr val="434343"/>
                </a:solidFill>
                <a:latin typeface="Nunito Sans"/>
                <a:ea typeface="Nunito Sans"/>
                <a:cs typeface="Nunito Sans"/>
                <a:sym typeface="Nunito Sans"/>
              </a:rPr>
              <a:t>Utilizando suas Bases Transacionais com </a:t>
            </a:r>
            <a:r>
              <a:rPr lang="pt-BR" sz="3000" b="1" dirty="0" err="1">
                <a:solidFill>
                  <a:srgbClr val="434343"/>
                </a:solidFill>
                <a:latin typeface="Nunito Sans"/>
                <a:ea typeface="Nunito Sans"/>
                <a:cs typeface="Nunito Sans"/>
                <a:sym typeface="Nunito Sans"/>
              </a:rPr>
              <a:t>IAs</a:t>
            </a:r>
            <a:r>
              <a:rPr lang="pt-BR" sz="3000" b="1" dirty="0">
                <a:solidFill>
                  <a:srgbClr val="434343"/>
                </a:solidFill>
                <a:latin typeface="Nunito Sans"/>
                <a:ea typeface="Nunito Sans"/>
                <a:cs typeface="Nunito Sans"/>
                <a:sym typeface="Nunito Sans"/>
              </a:rPr>
              <a:t> Generativas</a:t>
            </a:r>
            <a:br>
              <a:rPr lang="pt-BR" sz="3000" b="1" dirty="0">
                <a:solidFill>
                  <a:srgbClr val="434343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pt-BR" sz="2800" dirty="0">
                <a:solidFill>
                  <a:srgbClr val="434343"/>
                </a:solidFill>
                <a:latin typeface="Nunito Sans"/>
                <a:ea typeface="Nunito Sans"/>
                <a:cs typeface="Nunito Sans"/>
                <a:sym typeface="Nunito Sans"/>
              </a:rPr>
              <a:t>Um exemplo prático e rápido com </a:t>
            </a:r>
            <a:r>
              <a:rPr lang="pt-BR" sz="2800" dirty="0" err="1">
                <a:solidFill>
                  <a:srgbClr val="434343"/>
                </a:solidFill>
                <a:latin typeface="Nunito Sans"/>
                <a:ea typeface="Nunito Sans"/>
                <a:cs typeface="Nunito Sans"/>
                <a:sym typeface="Nunito Sans"/>
              </a:rPr>
              <a:t>Semantic</a:t>
            </a:r>
            <a:r>
              <a:rPr lang="pt-BR" sz="2800" dirty="0">
                <a:solidFill>
                  <a:srgbClr val="434343"/>
                </a:solidFill>
                <a:latin typeface="Nunito Sans"/>
                <a:ea typeface="Nunito Sans"/>
                <a:cs typeface="Nunito Sans"/>
                <a:sym typeface="Nunito Sans"/>
              </a:rPr>
              <a:t> Kernel!</a:t>
            </a:r>
            <a:endParaRPr sz="5468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5" name="Google Shape;285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24000" y="3310000"/>
            <a:ext cx="1654201" cy="160807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9"/>
          <p:cNvSpPr txBox="1"/>
          <p:nvPr/>
        </p:nvSpPr>
        <p:spPr>
          <a:xfrm>
            <a:off x="2808975" y="4575000"/>
            <a:ext cx="4004400" cy="5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Data: 29/11/2025</a:t>
            </a:r>
            <a:endParaRPr sz="1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9"/>
          <p:cNvSpPr txBox="1"/>
          <p:nvPr/>
        </p:nvSpPr>
        <p:spPr>
          <a:xfrm>
            <a:off x="0" y="4865861"/>
            <a:ext cx="162897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Escola Livre de IA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"/>
          <p:cNvSpPr txBox="1"/>
          <p:nvPr/>
        </p:nvSpPr>
        <p:spPr>
          <a:xfrm>
            <a:off x="426750" y="744669"/>
            <a:ext cx="82905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434343"/>
                </a:solidFill>
                <a:latin typeface="Nunito Sans"/>
                <a:ea typeface="Nunito Sans"/>
                <a:cs typeface="Nunito Sans"/>
                <a:sym typeface="Nunito Sans"/>
              </a:rPr>
              <a:t>Professor </a:t>
            </a:r>
            <a:endParaRPr sz="3000" b="0" i="1" u="none" strike="noStrike" cap="none" dirty="0">
              <a:solidFill>
                <a:srgbClr val="0000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293" name="Google Shape;293;p10"/>
          <p:cNvPicPr preferRelativeResize="0"/>
          <p:nvPr/>
        </p:nvPicPr>
        <p:blipFill>
          <a:blip r:embed="rId3"/>
          <a:srcRect t="2361" b="2361"/>
          <a:stretch/>
        </p:blipFill>
        <p:spPr>
          <a:xfrm>
            <a:off x="4007018" y="2263387"/>
            <a:ext cx="1232400" cy="1174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94" name="Google Shape;294;p10"/>
          <p:cNvSpPr txBox="1"/>
          <p:nvPr/>
        </p:nvSpPr>
        <p:spPr>
          <a:xfrm>
            <a:off x="3123291" y="3437713"/>
            <a:ext cx="30000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Microsoft MVP, Docker </a:t>
            </a:r>
            <a:r>
              <a:rPr lang="pt-BR" sz="1000" dirty="0" err="1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Captain</a:t>
            </a:r>
            <a:r>
              <a:rPr lang="pt-BR" sz="1000" dirty="0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,</a:t>
            </a:r>
            <a:br>
              <a:rPr lang="pt-BR" sz="1000" dirty="0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</a:br>
            <a:r>
              <a:rPr lang="pt-BR" sz="1000" dirty="0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Arquiteto de Soluções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0"/>
          <p:cNvSpPr txBox="1"/>
          <p:nvPr/>
        </p:nvSpPr>
        <p:spPr>
          <a:xfrm>
            <a:off x="3123291" y="1726063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0" i="0" u="none" strike="noStrike" cap="none" dirty="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Renato Groffe</a:t>
            </a:r>
            <a:endParaRPr sz="1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10"/>
          <p:cNvSpPr txBox="1"/>
          <p:nvPr/>
        </p:nvSpPr>
        <p:spPr>
          <a:xfrm>
            <a:off x="0" y="4865861"/>
            <a:ext cx="162897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Escola Livre de IA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1"/>
          <p:cNvSpPr txBox="1"/>
          <p:nvPr/>
        </p:nvSpPr>
        <p:spPr>
          <a:xfrm>
            <a:off x="780291" y="983750"/>
            <a:ext cx="4647919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020A5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11"/>
          <p:cNvSpPr txBox="1"/>
          <p:nvPr/>
        </p:nvSpPr>
        <p:spPr>
          <a:xfrm>
            <a:off x="342357" y="1186475"/>
            <a:ext cx="6764100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pt-BR" sz="1800" dirty="0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Microsoft Most </a:t>
            </a:r>
            <a:r>
              <a:rPr lang="pt-BR" sz="1800" dirty="0" err="1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Valuable</a:t>
            </a:r>
            <a:r>
              <a:rPr lang="pt-BR" sz="1800" dirty="0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Professional (MVP)</a:t>
            </a:r>
          </a:p>
          <a:p>
            <a:pPr lvl="0"/>
            <a:r>
              <a:rPr lang="pt-BR" sz="1800" dirty="0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Docker </a:t>
            </a:r>
            <a:r>
              <a:rPr lang="pt-BR" sz="1800" dirty="0" err="1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Captain</a:t>
            </a:r>
            <a:endParaRPr lang="pt-BR" sz="1800" dirty="0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lvl="0"/>
            <a:r>
              <a:rPr lang="pt-BR" sz="1800" dirty="0" err="1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APIsec</a:t>
            </a:r>
            <a:r>
              <a:rPr lang="pt-BR" sz="1800" dirty="0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U </a:t>
            </a:r>
            <a:r>
              <a:rPr lang="pt-BR" sz="1800" dirty="0" err="1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Ambassador</a:t>
            </a:r>
            <a:endParaRPr lang="pt-BR" sz="1800" dirty="0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lvl="0"/>
            <a:r>
              <a:rPr lang="pt-BR" sz="1800" dirty="0" err="1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Multi-Plataform</a:t>
            </a:r>
            <a:r>
              <a:rPr lang="pt-BR" sz="1800" dirty="0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</a:t>
            </a:r>
            <a:r>
              <a:rPr lang="pt-BR" sz="1800" dirty="0" err="1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Technical</a:t>
            </a:r>
            <a:r>
              <a:rPr lang="pt-BR" sz="1800" dirty="0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</a:t>
            </a:r>
            <a:r>
              <a:rPr lang="pt-BR" sz="1800" dirty="0" err="1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Audience</a:t>
            </a:r>
            <a:r>
              <a:rPr lang="pt-BR" sz="1800" dirty="0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</a:t>
            </a:r>
            <a:r>
              <a:rPr lang="pt-BR" sz="1800" dirty="0" err="1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Contributor</a:t>
            </a:r>
            <a:r>
              <a:rPr lang="pt-BR" sz="1800" dirty="0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(MTAC)</a:t>
            </a:r>
          </a:p>
          <a:p>
            <a:pPr lvl="0"/>
            <a:r>
              <a:rPr lang="pt-BR" sz="1800" dirty="0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Arquiteto de Soluções/Software</a:t>
            </a:r>
          </a:p>
          <a:p>
            <a:pPr lvl="0"/>
            <a:r>
              <a:rPr lang="pt-BR" sz="1800" dirty="0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+20 anos de experiência na área de Tecnologia</a:t>
            </a:r>
          </a:p>
          <a:p>
            <a:pPr lvl="0"/>
            <a:r>
              <a:rPr lang="pt-BR" sz="1800" dirty="0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Community </a:t>
            </a:r>
            <a:r>
              <a:rPr lang="pt-BR" sz="1800" dirty="0" err="1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Leader</a:t>
            </a:r>
            <a:r>
              <a:rPr lang="pt-BR" sz="1800" dirty="0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, Autor Técnico e Palestrante</a:t>
            </a:r>
            <a:endParaRPr sz="1800" dirty="0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pic>
        <p:nvPicPr>
          <p:cNvPr id="306" name="Google Shape;306;p11"/>
          <p:cNvPicPr preferRelativeResize="0"/>
          <p:nvPr/>
        </p:nvPicPr>
        <p:blipFill>
          <a:blip r:embed="rId3"/>
          <a:srcRect/>
          <a:stretch/>
        </p:blipFill>
        <p:spPr>
          <a:xfrm>
            <a:off x="7113592" y="1185532"/>
            <a:ext cx="1232400" cy="1232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07" name="Google Shape;307;p11"/>
          <p:cNvSpPr txBox="1"/>
          <p:nvPr/>
        </p:nvSpPr>
        <p:spPr>
          <a:xfrm>
            <a:off x="351495" y="594564"/>
            <a:ext cx="309525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2400" b="0" i="0" u="none" strike="noStrike" cap="none" dirty="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Renato Groffe</a:t>
            </a:r>
            <a:endParaRPr lang="pt-BR" sz="24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2" name="Imagem 1" descr="Código QR&#10;&#10;O conteúdo gerado por IA pode estar incorreto.">
            <a:extLst>
              <a:ext uri="{FF2B5EF4-FFF2-40B4-BE49-F238E27FC236}">
                <a16:creationId xmlns:a16="http://schemas.microsoft.com/office/drawing/2014/main" id="{EEE28EEA-0632-50B9-DFD4-74DD46F98F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9500" y="2994184"/>
            <a:ext cx="1546133" cy="1546133"/>
          </a:xfrm>
          <a:prstGeom prst="rect">
            <a:avLst/>
          </a:prstGeom>
        </p:spPr>
      </p:pic>
      <p:pic>
        <p:nvPicPr>
          <p:cNvPr id="3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F584A622-EBBF-A9C0-7D96-D9B5221D5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988" y="3539975"/>
            <a:ext cx="1735627" cy="70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 descr="Placa branca com texto preto sobre fundo azul&#10;&#10;Descrição gerada automaticamente">
            <a:extLst>
              <a:ext uri="{FF2B5EF4-FFF2-40B4-BE49-F238E27FC236}">
                <a16:creationId xmlns:a16="http://schemas.microsoft.com/office/drawing/2014/main" id="{A9423597-4229-78DE-099D-6715810C64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3627" y="3258149"/>
            <a:ext cx="1186530" cy="118653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787ECC8-3706-AC84-0EC0-0323BF2559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8996" y="3164488"/>
            <a:ext cx="1373851" cy="1373851"/>
          </a:xfrm>
          <a:prstGeom prst="rect">
            <a:avLst/>
          </a:prstGeom>
        </p:spPr>
      </p:pic>
      <p:pic>
        <p:nvPicPr>
          <p:cNvPr id="6" name="Imagem 5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E513E132-F4D8-B973-F074-6F09624550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3933" y="2952397"/>
            <a:ext cx="1436707" cy="14367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"/>
          <p:cNvSpPr txBox="1"/>
          <p:nvPr/>
        </p:nvSpPr>
        <p:spPr>
          <a:xfrm>
            <a:off x="165150" y="123750"/>
            <a:ext cx="6656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pt-BR" sz="3000" b="1" dirty="0">
                <a:solidFill>
                  <a:srgbClr val="020A58"/>
                </a:solidFill>
                <a:latin typeface="Roboto"/>
                <a:ea typeface="Roboto"/>
                <a:cs typeface="Roboto"/>
                <a:sym typeface="Roboto"/>
              </a:rPr>
              <a:t>Agenda</a:t>
            </a:r>
            <a:endParaRPr sz="3000" b="1" i="0" u="none" strike="noStrike" cap="none" dirty="0">
              <a:solidFill>
                <a:srgbClr val="020A5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12"/>
          <p:cNvSpPr txBox="1"/>
          <p:nvPr/>
        </p:nvSpPr>
        <p:spPr>
          <a:xfrm>
            <a:off x="340800" y="736800"/>
            <a:ext cx="8462400" cy="3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300"/>
            </a:pPr>
            <a:r>
              <a:rPr lang="pt-BR" sz="1800" b="1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* </a:t>
            </a:r>
            <a:r>
              <a:rPr lang="pt-BR" sz="1800" b="1" dirty="0" err="1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IAs</a:t>
            </a:r>
            <a:r>
              <a:rPr lang="pt-BR" sz="1800" b="1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 generativas + Bancos de Dados Transacionais: desafios</a:t>
            </a:r>
          </a:p>
          <a:p>
            <a:pPr lvl="0">
              <a:buSzPts val="1300"/>
            </a:pPr>
            <a:endParaRPr lang="pt-BR" sz="1800" b="1" dirty="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lvl="0">
              <a:buSzPts val="1300"/>
            </a:pPr>
            <a:r>
              <a:rPr lang="pt-BR" sz="1800" b="1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* </a:t>
            </a:r>
            <a:r>
              <a:rPr lang="pt-BR" sz="1800" b="1" dirty="0" err="1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Semantic</a:t>
            </a:r>
            <a:r>
              <a:rPr lang="pt-BR" sz="1800" b="1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 Kernel, Microsoft Agent Framework: uma visão geral</a:t>
            </a:r>
          </a:p>
          <a:p>
            <a:pPr lvl="0">
              <a:buSzPts val="1300"/>
            </a:pPr>
            <a:endParaRPr lang="pt-BR" sz="1800" b="1" dirty="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lvl="0">
              <a:buSzPts val="1300"/>
            </a:pPr>
            <a:r>
              <a:rPr lang="pt-BR" sz="1800" b="1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* Exemplos práticos</a:t>
            </a:r>
            <a:endParaRPr sz="1300" b="1" dirty="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14" name="Google Shape;314;p12"/>
          <p:cNvSpPr txBox="1"/>
          <p:nvPr/>
        </p:nvSpPr>
        <p:spPr>
          <a:xfrm>
            <a:off x="728075" y="4051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2"/>
          <p:cNvSpPr txBox="1"/>
          <p:nvPr/>
        </p:nvSpPr>
        <p:spPr>
          <a:xfrm>
            <a:off x="0" y="4865861"/>
            <a:ext cx="162897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Escola Livre de IA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>
          <a:extLst>
            <a:ext uri="{FF2B5EF4-FFF2-40B4-BE49-F238E27FC236}">
              <a16:creationId xmlns:a16="http://schemas.microsoft.com/office/drawing/2014/main" id="{E36FA94C-27A1-E89F-224F-DDDB448E3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7ec1e26afe_0_48">
            <a:extLst>
              <a:ext uri="{FF2B5EF4-FFF2-40B4-BE49-F238E27FC236}">
                <a16:creationId xmlns:a16="http://schemas.microsoft.com/office/drawing/2014/main" id="{16DF78A7-AA0F-FF04-BE39-7C7770BC2190}"/>
              </a:ext>
            </a:extLst>
          </p:cNvPr>
          <p:cNvSpPr txBox="1"/>
          <p:nvPr/>
        </p:nvSpPr>
        <p:spPr>
          <a:xfrm>
            <a:off x="165150" y="123750"/>
            <a:ext cx="6656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>
              <a:buSzPct val="100000"/>
            </a:pPr>
            <a:r>
              <a:rPr lang="pt-BR" sz="3000" b="1" dirty="0" err="1">
                <a:solidFill>
                  <a:srgbClr val="020A58"/>
                </a:solidFill>
                <a:latin typeface="Roboto"/>
                <a:ea typeface="Roboto"/>
                <a:cs typeface="Roboto"/>
                <a:sym typeface="Roboto"/>
              </a:rPr>
              <a:t>IAs</a:t>
            </a:r>
            <a:r>
              <a:rPr lang="pt-BR" sz="3000" b="1" dirty="0">
                <a:solidFill>
                  <a:srgbClr val="020A58"/>
                </a:solidFill>
                <a:latin typeface="Roboto"/>
                <a:ea typeface="Roboto"/>
                <a:cs typeface="Roboto"/>
                <a:sym typeface="Roboto"/>
              </a:rPr>
              <a:t> + Bases de Dados Transacionais</a:t>
            </a:r>
            <a:endParaRPr sz="3000" b="1" i="0" u="none" strike="noStrike" cap="none" dirty="0">
              <a:solidFill>
                <a:srgbClr val="020A5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g37ec1e26afe_0_48">
            <a:extLst>
              <a:ext uri="{FF2B5EF4-FFF2-40B4-BE49-F238E27FC236}">
                <a16:creationId xmlns:a16="http://schemas.microsoft.com/office/drawing/2014/main" id="{72573D72-A944-E445-A9EE-60B657BC0125}"/>
              </a:ext>
            </a:extLst>
          </p:cNvPr>
          <p:cNvSpPr txBox="1"/>
          <p:nvPr/>
        </p:nvSpPr>
        <p:spPr>
          <a:xfrm>
            <a:off x="728075" y="4051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7ec1e26afe_0_48">
            <a:extLst>
              <a:ext uri="{FF2B5EF4-FFF2-40B4-BE49-F238E27FC236}">
                <a16:creationId xmlns:a16="http://schemas.microsoft.com/office/drawing/2014/main" id="{0E8CFFFD-2005-856E-FADC-5B2118A20DA9}"/>
              </a:ext>
            </a:extLst>
          </p:cNvPr>
          <p:cNvSpPr txBox="1"/>
          <p:nvPr/>
        </p:nvSpPr>
        <p:spPr>
          <a:xfrm>
            <a:off x="0" y="4865861"/>
            <a:ext cx="162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Escola Livre de IA</a:t>
            </a:r>
            <a:endParaRPr/>
          </a:p>
        </p:txBody>
      </p:sp>
      <p:sp>
        <p:nvSpPr>
          <p:cNvPr id="373" name="Google Shape;373;g37ec1e26afe_0_48">
            <a:extLst>
              <a:ext uri="{FF2B5EF4-FFF2-40B4-BE49-F238E27FC236}">
                <a16:creationId xmlns:a16="http://schemas.microsoft.com/office/drawing/2014/main" id="{D15B5891-DA94-7786-4605-294B52288726}"/>
              </a:ext>
            </a:extLst>
          </p:cNvPr>
          <p:cNvSpPr txBox="1"/>
          <p:nvPr/>
        </p:nvSpPr>
        <p:spPr>
          <a:xfrm>
            <a:off x="343450" y="713225"/>
            <a:ext cx="5147400" cy="323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457200" lvl="0" indent="-342900">
              <a:buClr>
                <a:schemeClr val="dk2"/>
              </a:buClr>
              <a:buSzPts val="1800"/>
              <a:buFont typeface="Nunito Sans"/>
              <a:buChar char="-"/>
            </a:pPr>
            <a:r>
              <a:rPr lang="pt-BR" sz="1800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Dados transacionais podem ser encontrados nos mais variados formatos</a:t>
            </a:r>
          </a:p>
          <a:p>
            <a:pPr marL="457200" lvl="0" indent="-342900">
              <a:buClr>
                <a:schemeClr val="dk2"/>
              </a:buClr>
              <a:buSzPts val="1800"/>
              <a:buFont typeface="Nunito Sans"/>
              <a:buChar char="-"/>
            </a:pPr>
            <a:endParaRPr lang="pt-BR" sz="1800" dirty="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457200" lvl="0" indent="-342900">
              <a:buClr>
                <a:schemeClr val="dk2"/>
              </a:buClr>
              <a:buSzPts val="1800"/>
              <a:buFont typeface="Nunito Sans"/>
              <a:buChar char="-"/>
            </a:pPr>
            <a:r>
              <a:rPr lang="pt-BR" sz="1800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Múltiplas tecnologias</a:t>
            </a:r>
          </a:p>
          <a:p>
            <a:pPr marL="457200" lvl="0" indent="-342900">
              <a:buClr>
                <a:schemeClr val="dk2"/>
              </a:buClr>
              <a:buSzPts val="1800"/>
              <a:buFont typeface="Nunito Sans"/>
              <a:buChar char="-"/>
            </a:pPr>
            <a:endParaRPr lang="pt-BR" sz="1800" dirty="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457200" lvl="0" indent="-342900">
              <a:buClr>
                <a:schemeClr val="dk2"/>
              </a:buClr>
              <a:buSzPts val="1800"/>
              <a:buFont typeface="Nunito Sans"/>
              <a:buChar char="-"/>
            </a:pPr>
            <a:r>
              <a:rPr lang="pt-BR" sz="1800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Atualizações constantes</a:t>
            </a:r>
          </a:p>
          <a:p>
            <a:pPr marL="457200" lvl="0" indent="-342900">
              <a:buClr>
                <a:schemeClr val="dk2"/>
              </a:buClr>
              <a:buSzPts val="1800"/>
              <a:buFont typeface="Nunito Sans"/>
              <a:buChar char="-"/>
            </a:pPr>
            <a:endParaRPr lang="pt-BR" sz="1800" dirty="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457200" lvl="0" indent="-342900">
              <a:buClr>
                <a:schemeClr val="dk2"/>
              </a:buClr>
              <a:buSzPts val="1800"/>
              <a:buFont typeface="Nunito Sans"/>
              <a:buChar char="-"/>
            </a:pPr>
            <a:r>
              <a:rPr lang="pt-BR" sz="1800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Grande volume de transações</a:t>
            </a:r>
          </a:p>
          <a:p>
            <a:pPr marL="457200" lvl="0" indent="-342900">
              <a:buClr>
                <a:schemeClr val="dk2"/>
              </a:buClr>
              <a:buSzPts val="1800"/>
              <a:buFont typeface="Nunito Sans"/>
              <a:buChar char="-"/>
            </a:pPr>
            <a:endParaRPr lang="pt-BR" sz="1800" dirty="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457200" lvl="0" indent="-342900">
              <a:buClr>
                <a:schemeClr val="dk2"/>
              </a:buClr>
              <a:buSzPts val="1800"/>
              <a:buFont typeface="Nunito Sans"/>
              <a:buChar char="-"/>
            </a:pPr>
            <a:r>
              <a:rPr lang="pt-BR" sz="1800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Bases legadas</a:t>
            </a:r>
            <a:endParaRPr sz="1800" dirty="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76CA6A66-1955-D741-1733-85F262AAAC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634" y="2459997"/>
            <a:ext cx="1556385" cy="155638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ADCE9DCB-B51B-A154-649C-9B07A885CC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3755" y="1228008"/>
            <a:ext cx="1181758" cy="1181758"/>
          </a:xfrm>
          <a:prstGeom prst="rect">
            <a:avLst/>
          </a:prstGeom>
        </p:spPr>
      </p:pic>
      <p:pic>
        <p:nvPicPr>
          <p:cNvPr id="6" name="Imagem 5" descr="Desenho de cachorro&#10;&#10;O conteúdo gerado por IA pode estar incorreto.">
            <a:extLst>
              <a:ext uri="{FF2B5EF4-FFF2-40B4-BE49-F238E27FC236}">
                <a16:creationId xmlns:a16="http://schemas.microsoft.com/office/drawing/2014/main" id="{E63E6872-FA82-13ED-368F-448E4F123C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4700" y="1127118"/>
            <a:ext cx="1381781" cy="138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651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>
          <a:extLst>
            <a:ext uri="{FF2B5EF4-FFF2-40B4-BE49-F238E27FC236}">
              <a16:creationId xmlns:a16="http://schemas.microsoft.com/office/drawing/2014/main" id="{53AF040C-BDE4-A248-D441-9E5B4D6EB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7ec1e26afe_0_48">
            <a:extLst>
              <a:ext uri="{FF2B5EF4-FFF2-40B4-BE49-F238E27FC236}">
                <a16:creationId xmlns:a16="http://schemas.microsoft.com/office/drawing/2014/main" id="{469000D9-CC0A-9A98-421E-3795E1DCE546}"/>
              </a:ext>
            </a:extLst>
          </p:cNvPr>
          <p:cNvSpPr txBox="1"/>
          <p:nvPr/>
        </p:nvSpPr>
        <p:spPr>
          <a:xfrm>
            <a:off x="165150" y="123750"/>
            <a:ext cx="6656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>
              <a:buSzPct val="100000"/>
            </a:pPr>
            <a:r>
              <a:rPr lang="pt-BR" sz="3000" b="1" dirty="0" err="1">
                <a:solidFill>
                  <a:srgbClr val="020A58"/>
                </a:solidFill>
                <a:latin typeface="Roboto"/>
                <a:ea typeface="Roboto"/>
                <a:cs typeface="Roboto"/>
                <a:sym typeface="Roboto"/>
              </a:rPr>
              <a:t>IAs</a:t>
            </a:r>
            <a:r>
              <a:rPr lang="pt-BR" sz="3000" b="1" dirty="0">
                <a:solidFill>
                  <a:srgbClr val="020A58"/>
                </a:solidFill>
                <a:latin typeface="Roboto"/>
                <a:ea typeface="Roboto"/>
                <a:cs typeface="Roboto"/>
                <a:sym typeface="Roboto"/>
              </a:rPr>
              <a:t> + Bases de Dados Transacionais</a:t>
            </a:r>
            <a:endParaRPr sz="3000" b="1" i="0" u="none" strike="noStrike" cap="none" dirty="0">
              <a:solidFill>
                <a:srgbClr val="020A5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g37ec1e26afe_0_48">
            <a:extLst>
              <a:ext uri="{FF2B5EF4-FFF2-40B4-BE49-F238E27FC236}">
                <a16:creationId xmlns:a16="http://schemas.microsoft.com/office/drawing/2014/main" id="{78E48351-0A26-285D-372B-8C8F4C208971}"/>
              </a:ext>
            </a:extLst>
          </p:cNvPr>
          <p:cNvSpPr txBox="1"/>
          <p:nvPr/>
        </p:nvSpPr>
        <p:spPr>
          <a:xfrm>
            <a:off x="728075" y="4051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7ec1e26afe_0_48">
            <a:extLst>
              <a:ext uri="{FF2B5EF4-FFF2-40B4-BE49-F238E27FC236}">
                <a16:creationId xmlns:a16="http://schemas.microsoft.com/office/drawing/2014/main" id="{64491D52-DA9C-B68C-3C8E-D83187817CA4}"/>
              </a:ext>
            </a:extLst>
          </p:cNvPr>
          <p:cNvSpPr txBox="1"/>
          <p:nvPr/>
        </p:nvSpPr>
        <p:spPr>
          <a:xfrm>
            <a:off x="0" y="4865861"/>
            <a:ext cx="162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Escola Livre de IA</a:t>
            </a:r>
            <a:endParaRPr/>
          </a:p>
        </p:txBody>
      </p:sp>
      <p:sp>
        <p:nvSpPr>
          <p:cNvPr id="373" name="Google Shape;373;g37ec1e26afe_0_48">
            <a:extLst>
              <a:ext uri="{FF2B5EF4-FFF2-40B4-BE49-F238E27FC236}">
                <a16:creationId xmlns:a16="http://schemas.microsoft.com/office/drawing/2014/main" id="{9944B817-1ACB-0655-C37A-E21BB4E2F09D}"/>
              </a:ext>
            </a:extLst>
          </p:cNvPr>
          <p:cNvSpPr txBox="1"/>
          <p:nvPr/>
        </p:nvSpPr>
        <p:spPr>
          <a:xfrm>
            <a:off x="465370" y="1642748"/>
            <a:ext cx="4685750" cy="1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 dirty="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114300" lvl="0">
              <a:buClr>
                <a:schemeClr val="dk2"/>
              </a:buClr>
              <a:buSzPts val="1800"/>
            </a:pPr>
            <a:r>
              <a:rPr lang="pt-BR" sz="2800" b="1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E se utilizássemos o poder de </a:t>
            </a:r>
            <a:r>
              <a:rPr lang="pt-BR" sz="2800" b="1" dirty="0" err="1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IAs</a:t>
            </a:r>
            <a:r>
              <a:rPr lang="pt-BR" sz="2800" b="1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 generativas com estes dados?</a:t>
            </a:r>
            <a:endParaRPr sz="2800" b="1" dirty="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49E6010B-E06C-D82F-B9F0-E73CABD01A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634" y="2459997"/>
            <a:ext cx="1556385" cy="155638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A20C8B00-B429-0086-6311-BD7E60DC9D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3755" y="1228008"/>
            <a:ext cx="1181758" cy="1181758"/>
          </a:xfrm>
          <a:prstGeom prst="rect">
            <a:avLst/>
          </a:prstGeom>
        </p:spPr>
      </p:pic>
      <p:pic>
        <p:nvPicPr>
          <p:cNvPr id="6" name="Imagem 5" descr="Desenho de cachorro&#10;&#10;O conteúdo gerado por IA pode estar incorreto.">
            <a:extLst>
              <a:ext uri="{FF2B5EF4-FFF2-40B4-BE49-F238E27FC236}">
                <a16:creationId xmlns:a16="http://schemas.microsoft.com/office/drawing/2014/main" id="{AA26476B-453C-927A-7F95-087233119A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4700" y="1143447"/>
            <a:ext cx="1381781" cy="138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835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>
          <a:extLst>
            <a:ext uri="{FF2B5EF4-FFF2-40B4-BE49-F238E27FC236}">
              <a16:creationId xmlns:a16="http://schemas.microsoft.com/office/drawing/2014/main" id="{7CAD78F8-EEF9-F695-FCC7-B1D57D995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7ec1e26afe_0_48">
            <a:extLst>
              <a:ext uri="{FF2B5EF4-FFF2-40B4-BE49-F238E27FC236}">
                <a16:creationId xmlns:a16="http://schemas.microsoft.com/office/drawing/2014/main" id="{786ABE16-81A0-C7B9-AF01-6B7A5130C905}"/>
              </a:ext>
            </a:extLst>
          </p:cNvPr>
          <p:cNvSpPr txBox="1"/>
          <p:nvPr/>
        </p:nvSpPr>
        <p:spPr>
          <a:xfrm>
            <a:off x="165150" y="123750"/>
            <a:ext cx="6656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>
              <a:buSzPct val="100000"/>
            </a:pPr>
            <a:r>
              <a:rPr lang="pt-BR" sz="3000" b="1" dirty="0" err="1">
                <a:solidFill>
                  <a:srgbClr val="020A58"/>
                </a:solidFill>
                <a:latin typeface="Roboto"/>
                <a:ea typeface="Roboto"/>
                <a:cs typeface="Roboto"/>
                <a:sym typeface="Roboto"/>
              </a:rPr>
              <a:t>IAs</a:t>
            </a:r>
            <a:r>
              <a:rPr lang="pt-BR" sz="3000" b="1" dirty="0">
                <a:solidFill>
                  <a:srgbClr val="020A58"/>
                </a:solidFill>
                <a:latin typeface="Roboto"/>
                <a:ea typeface="Roboto"/>
                <a:cs typeface="Roboto"/>
                <a:sym typeface="Roboto"/>
              </a:rPr>
              <a:t> + Bases de Dados Transacionais</a:t>
            </a:r>
            <a:endParaRPr sz="3000" b="1" i="0" u="none" strike="noStrike" cap="none" dirty="0">
              <a:solidFill>
                <a:srgbClr val="020A5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g37ec1e26afe_0_48">
            <a:extLst>
              <a:ext uri="{FF2B5EF4-FFF2-40B4-BE49-F238E27FC236}">
                <a16:creationId xmlns:a16="http://schemas.microsoft.com/office/drawing/2014/main" id="{6723B4C5-849D-E0C1-8EE1-82559E060C3E}"/>
              </a:ext>
            </a:extLst>
          </p:cNvPr>
          <p:cNvSpPr txBox="1"/>
          <p:nvPr/>
        </p:nvSpPr>
        <p:spPr>
          <a:xfrm>
            <a:off x="728075" y="4051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7ec1e26afe_0_48">
            <a:extLst>
              <a:ext uri="{FF2B5EF4-FFF2-40B4-BE49-F238E27FC236}">
                <a16:creationId xmlns:a16="http://schemas.microsoft.com/office/drawing/2014/main" id="{7D8BEAE4-9048-1E13-EC94-B8361C404D84}"/>
              </a:ext>
            </a:extLst>
          </p:cNvPr>
          <p:cNvSpPr txBox="1"/>
          <p:nvPr/>
        </p:nvSpPr>
        <p:spPr>
          <a:xfrm>
            <a:off x="0" y="4865861"/>
            <a:ext cx="162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Escola Livre de IA</a:t>
            </a:r>
            <a:endParaRPr/>
          </a:p>
        </p:txBody>
      </p:sp>
      <p:sp>
        <p:nvSpPr>
          <p:cNvPr id="373" name="Google Shape;373;g37ec1e26afe_0_48">
            <a:extLst>
              <a:ext uri="{FF2B5EF4-FFF2-40B4-BE49-F238E27FC236}">
                <a16:creationId xmlns:a16="http://schemas.microsoft.com/office/drawing/2014/main" id="{D6C875C2-74F3-0933-144C-A75D220D828D}"/>
              </a:ext>
            </a:extLst>
          </p:cNvPr>
          <p:cNvSpPr txBox="1"/>
          <p:nvPr/>
        </p:nvSpPr>
        <p:spPr>
          <a:xfrm>
            <a:off x="465370" y="1642748"/>
            <a:ext cx="4685750" cy="1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 dirty="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114300" lvl="0">
              <a:buClr>
                <a:schemeClr val="dk2"/>
              </a:buClr>
              <a:buSzPts val="1800"/>
            </a:pPr>
            <a:r>
              <a:rPr lang="pt-BR" sz="2800" b="1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E tudo isso sem transformações ou reprocessamentos?</a:t>
            </a:r>
            <a:endParaRPr sz="2800" b="1" dirty="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B29FA04B-E0E9-D8D7-2F52-37CE92BA0F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634" y="2459997"/>
            <a:ext cx="1556385" cy="155638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1F30E63-0FE1-2611-9F9A-DC2B7BD4C0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3755" y="1228008"/>
            <a:ext cx="1181758" cy="1181758"/>
          </a:xfrm>
          <a:prstGeom prst="rect">
            <a:avLst/>
          </a:prstGeom>
        </p:spPr>
      </p:pic>
      <p:pic>
        <p:nvPicPr>
          <p:cNvPr id="6" name="Imagem 5" descr="Desenho de cachorro&#10;&#10;O conteúdo gerado por IA pode estar incorreto.">
            <a:extLst>
              <a:ext uri="{FF2B5EF4-FFF2-40B4-BE49-F238E27FC236}">
                <a16:creationId xmlns:a16="http://schemas.microsoft.com/office/drawing/2014/main" id="{A700565D-4ABC-65FB-0559-0A61630166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4700" y="1127118"/>
            <a:ext cx="1381781" cy="138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088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>
          <a:extLst>
            <a:ext uri="{FF2B5EF4-FFF2-40B4-BE49-F238E27FC236}">
              <a16:creationId xmlns:a16="http://schemas.microsoft.com/office/drawing/2014/main" id="{4311D719-A0C0-26C6-CFEC-6426450FA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7ec1e26afe_0_48">
            <a:extLst>
              <a:ext uri="{FF2B5EF4-FFF2-40B4-BE49-F238E27FC236}">
                <a16:creationId xmlns:a16="http://schemas.microsoft.com/office/drawing/2014/main" id="{D032E4F0-98D2-135C-D34B-88B146438E5F}"/>
              </a:ext>
            </a:extLst>
          </p:cNvPr>
          <p:cNvSpPr txBox="1"/>
          <p:nvPr/>
        </p:nvSpPr>
        <p:spPr>
          <a:xfrm>
            <a:off x="165150" y="123750"/>
            <a:ext cx="6656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>
              <a:buSzPct val="100000"/>
            </a:pPr>
            <a:r>
              <a:rPr lang="pt-BR" sz="3000" b="1" dirty="0" err="1">
                <a:solidFill>
                  <a:srgbClr val="020A58"/>
                </a:solidFill>
                <a:latin typeface="Roboto"/>
                <a:ea typeface="Roboto"/>
                <a:cs typeface="Roboto"/>
                <a:sym typeface="Roboto"/>
              </a:rPr>
              <a:t>Semantic</a:t>
            </a:r>
            <a:r>
              <a:rPr lang="pt-BR" sz="3000" b="1" dirty="0">
                <a:solidFill>
                  <a:srgbClr val="020A58"/>
                </a:solidFill>
                <a:latin typeface="Roboto"/>
                <a:ea typeface="Roboto"/>
                <a:cs typeface="Roboto"/>
                <a:sym typeface="Roboto"/>
              </a:rPr>
              <a:t> Kernel: uma visão geral</a:t>
            </a:r>
            <a:endParaRPr sz="3000" b="1" i="0" u="none" strike="noStrike" cap="none" dirty="0">
              <a:solidFill>
                <a:srgbClr val="020A5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g37ec1e26afe_0_48">
            <a:extLst>
              <a:ext uri="{FF2B5EF4-FFF2-40B4-BE49-F238E27FC236}">
                <a16:creationId xmlns:a16="http://schemas.microsoft.com/office/drawing/2014/main" id="{C5F35483-9585-6A8C-8BFB-F6A5D1F67449}"/>
              </a:ext>
            </a:extLst>
          </p:cNvPr>
          <p:cNvSpPr txBox="1"/>
          <p:nvPr/>
        </p:nvSpPr>
        <p:spPr>
          <a:xfrm>
            <a:off x="728075" y="4051400"/>
            <a:ext cx="6649115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1400"/>
            </a:pPr>
            <a:r>
              <a:rPr lang="pt-BR" sz="1800" dirty="0">
                <a:hlinkClick r:id="rId3"/>
              </a:rPr>
              <a:t>https://learn.microsoft.com/en-us/semantic-kernel/overview/</a:t>
            </a:r>
            <a:r>
              <a:rPr lang="pt-BR" sz="1800" dirty="0"/>
              <a:t> 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7ec1e26afe_0_48">
            <a:extLst>
              <a:ext uri="{FF2B5EF4-FFF2-40B4-BE49-F238E27FC236}">
                <a16:creationId xmlns:a16="http://schemas.microsoft.com/office/drawing/2014/main" id="{15841924-8D0B-8448-2D26-CF20A1D7127D}"/>
              </a:ext>
            </a:extLst>
          </p:cNvPr>
          <p:cNvSpPr txBox="1"/>
          <p:nvPr/>
        </p:nvSpPr>
        <p:spPr>
          <a:xfrm>
            <a:off x="0" y="4865861"/>
            <a:ext cx="162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Escola Livre de IA</a:t>
            </a:r>
            <a:endParaRPr/>
          </a:p>
        </p:txBody>
      </p:sp>
      <p:sp>
        <p:nvSpPr>
          <p:cNvPr id="373" name="Google Shape;373;g37ec1e26afe_0_48">
            <a:extLst>
              <a:ext uri="{FF2B5EF4-FFF2-40B4-BE49-F238E27FC236}">
                <a16:creationId xmlns:a16="http://schemas.microsoft.com/office/drawing/2014/main" id="{FBDEDBF5-4F1B-EBEE-C1EE-CABD679885E9}"/>
              </a:ext>
            </a:extLst>
          </p:cNvPr>
          <p:cNvSpPr txBox="1"/>
          <p:nvPr/>
        </p:nvSpPr>
        <p:spPr>
          <a:xfrm>
            <a:off x="343450" y="713225"/>
            <a:ext cx="5147400" cy="323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457200" lvl="0" indent="-342900">
              <a:buClr>
                <a:schemeClr val="dk2"/>
              </a:buClr>
              <a:buSzPts val="1800"/>
              <a:buFont typeface="Nunito Sans"/>
              <a:buChar char="-"/>
            </a:pPr>
            <a:r>
              <a:rPr lang="pt-BR" sz="1800" b="1" dirty="0" err="1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Development</a:t>
            </a:r>
            <a:r>
              <a:rPr lang="pt-BR" sz="1800" b="1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 Kit </a:t>
            </a:r>
            <a:r>
              <a:rPr lang="pt-BR" sz="1800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para facilitar a </a:t>
            </a:r>
            <a:r>
              <a:rPr lang="pt-BR" sz="1800" b="1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integração</a:t>
            </a:r>
            <a:r>
              <a:rPr lang="pt-BR" sz="1800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 com agentes e modelos de IA</a:t>
            </a:r>
          </a:p>
          <a:p>
            <a:pPr marL="114300" lvl="0">
              <a:buClr>
                <a:schemeClr val="dk2"/>
              </a:buClr>
              <a:buSzPts val="1800"/>
            </a:pPr>
            <a:endParaRPr lang="pt-BR" sz="1800" dirty="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457200" indent="-342900">
              <a:buClr>
                <a:schemeClr val="dk2"/>
              </a:buClr>
              <a:buSzPts val="1800"/>
              <a:buFont typeface="Nunito Sans"/>
              <a:buChar char="-"/>
            </a:pPr>
            <a:r>
              <a:rPr lang="pt-BR" sz="1800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Suporte ao desenvolvimento de </a:t>
            </a:r>
            <a:r>
              <a:rPr lang="pt-BR" sz="1800" b="1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plugins (Kernel </a:t>
            </a:r>
            <a:r>
              <a:rPr lang="pt-BR" sz="1800" b="1" dirty="0" err="1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Functions</a:t>
            </a:r>
            <a:r>
              <a:rPr lang="pt-BR" sz="1800" b="1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)</a:t>
            </a:r>
            <a:r>
              <a:rPr lang="pt-BR" sz="1800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, trazendo uma maior extensibilidade e múltiplas integrações</a:t>
            </a:r>
            <a:endParaRPr lang="pt-BR" sz="1800" dirty="0">
              <a:solidFill>
                <a:schemeClr val="dk2"/>
              </a:solidFill>
              <a:latin typeface="Nunito Sans"/>
              <a:ea typeface="Nunito Sans"/>
              <a:cs typeface="Nunito Sans"/>
            </a:endParaRPr>
          </a:p>
          <a:p>
            <a:pPr marL="457200" lvl="0" indent="-342900">
              <a:buClr>
                <a:schemeClr val="dk2"/>
              </a:buClr>
              <a:buSzPts val="1800"/>
              <a:buFont typeface="Nunito Sans"/>
              <a:buChar char="-"/>
            </a:pPr>
            <a:endParaRPr lang="pt-BR" sz="1800" dirty="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457200" lvl="0" indent="-342900">
              <a:buClr>
                <a:schemeClr val="dk2"/>
              </a:buClr>
              <a:buSzPts val="1800"/>
              <a:buFont typeface="Nunito Sans"/>
              <a:buChar char="-"/>
            </a:pPr>
            <a:r>
              <a:rPr lang="pt-BR" sz="1800" b="1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Open </a:t>
            </a:r>
            <a:r>
              <a:rPr lang="pt-BR" sz="1800" b="1" dirty="0" err="1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source</a:t>
            </a:r>
            <a:r>
              <a:rPr lang="pt-BR" sz="1800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, mantido pela </a:t>
            </a:r>
            <a:r>
              <a:rPr lang="pt-BR" sz="1800" b="1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Microsoft</a:t>
            </a:r>
          </a:p>
          <a:p>
            <a:pPr marL="457200" lvl="0" indent="-342900">
              <a:buClr>
                <a:schemeClr val="dk2"/>
              </a:buClr>
              <a:buSzPts val="1800"/>
              <a:buFont typeface="Nunito Sans"/>
              <a:buChar char="-"/>
            </a:pPr>
            <a:endParaRPr lang="pt-BR" sz="1800" dirty="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457200" lvl="0" indent="-342900">
              <a:buClr>
                <a:schemeClr val="dk2"/>
              </a:buClr>
              <a:buSzPts val="1800"/>
              <a:buFont typeface="Nunito Sans"/>
              <a:buChar char="-"/>
            </a:pPr>
            <a:r>
              <a:rPr lang="pt-BR" sz="1800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Bibliotecas mais estáveis</a:t>
            </a:r>
            <a:endParaRPr sz="1800" dirty="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DED3E1E-B0DD-7FDC-F091-F6C8D83E3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5255" y="1798914"/>
            <a:ext cx="1545672" cy="154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1010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>
          <a:extLst>
            <a:ext uri="{FF2B5EF4-FFF2-40B4-BE49-F238E27FC236}">
              <a16:creationId xmlns:a16="http://schemas.microsoft.com/office/drawing/2014/main" id="{71F484CA-24F9-7876-F75D-5826C4118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7ec1e26afe_0_48">
            <a:extLst>
              <a:ext uri="{FF2B5EF4-FFF2-40B4-BE49-F238E27FC236}">
                <a16:creationId xmlns:a16="http://schemas.microsoft.com/office/drawing/2014/main" id="{D414C8A4-CA40-DD7B-75CD-7ADC7A5BC307}"/>
              </a:ext>
            </a:extLst>
          </p:cNvPr>
          <p:cNvSpPr txBox="1"/>
          <p:nvPr/>
        </p:nvSpPr>
        <p:spPr>
          <a:xfrm>
            <a:off x="165150" y="123750"/>
            <a:ext cx="6656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>
              <a:buSzPct val="100000"/>
            </a:pPr>
            <a:r>
              <a:rPr lang="pt-BR" sz="3000" b="1" dirty="0" err="1">
                <a:solidFill>
                  <a:srgbClr val="020A58"/>
                </a:solidFill>
                <a:latin typeface="Roboto"/>
                <a:ea typeface="Roboto"/>
                <a:cs typeface="Roboto"/>
                <a:sym typeface="Roboto"/>
              </a:rPr>
              <a:t>Semantic</a:t>
            </a:r>
            <a:r>
              <a:rPr lang="pt-BR" sz="3000" b="1" dirty="0">
                <a:solidFill>
                  <a:srgbClr val="020A58"/>
                </a:solidFill>
                <a:latin typeface="Roboto"/>
                <a:ea typeface="Roboto"/>
                <a:cs typeface="Roboto"/>
                <a:sym typeface="Roboto"/>
              </a:rPr>
              <a:t> Kernel: uma visão geral</a:t>
            </a:r>
            <a:endParaRPr sz="3000" b="1" i="0" u="none" strike="noStrike" cap="none" dirty="0">
              <a:solidFill>
                <a:srgbClr val="020A5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g37ec1e26afe_0_48">
            <a:extLst>
              <a:ext uri="{FF2B5EF4-FFF2-40B4-BE49-F238E27FC236}">
                <a16:creationId xmlns:a16="http://schemas.microsoft.com/office/drawing/2014/main" id="{707EF72F-9E32-27A0-1A6E-BF18F19CAA42}"/>
              </a:ext>
            </a:extLst>
          </p:cNvPr>
          <p:cNvSpPr txBox="1"/>
          <p:nvPr/>
        </p:nvSpPr>
        <p:spPr>
          <a:xfrm>
            <a:off x="728075" y="4051400"/>
            <a:ext cx="725327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1400"/>
            </a:pPr>
            <a:r>
              <a:rPr lang="pt-BR" sz="1800" dirty="0">
                <a:hlinkClick r:id="rId3"/>
              </a:rPr>
              <a:t>https://learn.microsoft.com/en-us/semantic-kernel/overview/</a:t>
            </a:r>
            <a:r>
              <a:rPr lang="pt-BR" sz="1800" dirty="0"/>
              <a:t> 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7ec1e26afe_0_48">
            <a:extLst>
              <a:ext uri="{FF2B5EF4-FFF2-40B4-BE49-F238E27FC236}">
                <a16:creationId xmlns:a16="http://schemas.microsoft.com/office/drawing/2014/main" id="{1A39A63A-A512-AF72-F050-505CFB6C3331}"/>
              </a:ext>
            </a:extLst>
          </p:cNvPr>
          <p:cNvSpPr txBox="1"/>
          <p:nvPr/>
        </p:nvSpPr>
        <p:spPr>
          <a:xfrm>
            <a:off x="0" y="4865861"/>
            <a:ext cx="162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Escola Livre de IA</a:t>
            </a:r>
            <a:endParaRPr/>
          </a:p>
        </p:txBody>
      </p:sp>
      <p:sp>
        <p:nvSpPr>
          <p:cNvPr id="373" name="Google Shape;373;g37ec1e26afe_0_48">
            <a:extLst>
              <a:ext uri="{FF2B5EF4-FFF2-40B4-BE49-F238E27FC236}">
                <a16:creationId xmlns:a16="http://schemas.microsoft.com/office/drawing/2014/main" id="{EF81CCE0-F022-3ACD-773F-7731CA64A149}"/>
              </a:ext>
            </a:extLst>
          </p:cNvPr>
          <p:cNvSpPr txBox="1"/>
          <p:nvPr/>
        </p:nvSpPr>
        <p:spPr>
          <a:xfrm>
            <a:off x="343450" y="713225"/>
            <a:ext cx="5147400" cy="2893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457200" indent="-342900">
              <a:buClr>
                <a:schemeClr val="dk2"/>
              </a:buClr>
              <a:buSzPts val="1800"/>
              <a:buFont typeface="Nunito Sans"/>
              <a:buChar char="-"/>
            </a:pPr>
            <a:r>
              <a:rPr lang="pt-BR" sz="1800" dirty="0">
                <a:solidFill>
                  <a:schemeClr val="dk2"/>
                </a:solidFill>
                <a:sym typeface="Nunito Sans"/>
              </a:rPr>
              <a:t>Criado</a:t>
            </a:r>
            <a:r>
              <a:rPr lang="pt-BR" sz="1800" dirty="0">
                <a:solidFill>
                  <a:schemeClr val="dk2"/>
                </a:solidFill>
              </a:rPr>
              <a:t> para ser uma opção mais </a:t>
            </a:r>
            <a:r>
              <a:rPr lang="pt-BR" sz="1800" b="1" dirty="0">
                <a:solidFill>
                  <a:schemeClr val="dk2"/>
                </a:solidFill>
              </a:rPr>
              <a:t>extensível </a:t>
            </a:r>
            <a:r>
              <a:rPr lang="pt-BR" sz="1800" dirty="0">
                <a:solidFill>
                  <a:schemeClr val="dk2"/>
                </a:solidFill>
              </a:rPr>
              <a:t>em relação a outros frameworks</a:t>
            </a:r>
            <a:endParaRPr lang="pt-BR" sz="1800">
              <a:solidFill>
                <a:schemeClr val="dk2"/>
              </a:solidFill>
              <a:latin typeface="Nunito Sans"/>
            </a:endParaRPr>
          </a:p>
          <a:p>
            <a:pPr>
              <a:buClr>
                <a:schemeClr val="dk2"/>
              </a:buClr>
              <a:buSzPts val="1800"/>
              <a:buFont typeface="Arial"/>
              <a:buChar char="•"/>
            </a:pPr>
            <a:endParaRPr lang="pt-BR"/>
          </a:p>
          <a:p>
            <a:pPr marL="457200" indent="-342900">
              <a:buClr>
                <a:schemeClr val="dk2"/>
              </a:buClr>
              <a:buSzPts val="1800"/>
              <a:buFont typeface="Nunito Sans"/>
              <a:buChar char="-"/>
            </a:pPr>
            <a:r>
              <a:rPr lang="pt-BR" sz="1800" err="1">
                <a:solidFill>
                  <a:schemeClr val="dk2"/>
                </a:solidFill>
              </a:rPr>
              <a:t>Stacks</a:t>
            </a:r>
            <a:r>
              <a:rPr lang="pt-BR" sz="1800" dirty="0">
                <a:solidFill>
                  <a:schemeClr val="dk2"/>
                </a:solidFill>
              </a:rPr>
              <a:t> suportadas atualmente (de forma oficial): </a:t>
            </a:r>
            <a:r>
              <a:rPr lang="pt-BR" sz="1800" b="1" dirty="0">
                <a:solidFill>
                  <a:schemeClr val="dk2"/>
                </a:solidFill>
              </a:rPr>
              <a:t>.NET/C#, Java</a:t>
            </a:r>
            <a:r>
              <a:rPr lang="pt-BR" sz="1800" dirty="0">
                <a:solidFill>
                  <a:schemeClr val="dk2"/>
                </a:solidFill>
              </a:rPr>
              <a:t> e </a:t>
            </a:r>
            <a:r>
              <a:rPr lang="pt-BR" sz="1800" b="1" dirty="0">
                <a:solidFill>
                  <a:schemeClr val="dk2"/>
                </a:solidFill>
              </a:rPr>
              <a:t>Python </a:t>
            </a:r>
            <a:endParaRPr lang="pt-BR" b="1" dirty="0">
              <a:solidFill>
                <a:schemeClr val="dk2"/>
              </a:solidFill>
            </a:endParaRPr>
          </a:p>
          <a:p>
            <a:pPr marL="457200" indent="-342900">
              <a:buClr>
                <a:schemeClr val="dk2"/>
              </a:buClr>
              <a:buSzPts val="1800"/>
              <a:buFont typeface="Nunito Sans"/>
              <a:buChar char="-"/>
            </a:pPr>
            <a:endParaRPr lang="pt-BR" sz="1800" dirty="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457200" indent="-342900">
              <a:buClr>
                <a:schemeClr val="dk2"/>
              </a:buClr>
              <a:buSzPts val="1800"/>
              <a:buFont typeface="Nunito Sans"/>
              <a:buChar char="-"/>
            </a:pPr>
            <a:r>
              <a:rPr lang="pt-BR" sz="1800" b="1" err="1">
                <a:solidFill>
                  <a:schemeClr val="dk2"/>
                </a:solidFill>
                <a:ea typeface="Nunito Sans"/>
                <a:sym typeface="Nunito Sans"/>
              </a:rPr>
              <a:t>Connectors</a:t>
            </a:r>
            <a:r>
              <a:rPr lang="pt-BR" sz="1800" dirty="0">
                <a:solidFill>
                  <a:schemeClr val="dk2"/>
                </a:solidFill>
                <a:ea typeface="Nunito Sans"/>
                <a:sym typeface="Nunito Sans"/>
              </a:rPr>
              <a:t> integrando com múltiplas soluções: </a:t>
            </a:r>
            <a:r>
              <a:rPr lang="pt-BR" sz="1800" b="1" dirty="0">
                <a:solidFill>
                  <a:schemeClr val="dk2"/>
                </a:solidFill>
                <a:ea typeface="Nunito Sans"/>
                <a:sym typeface="Nunito Sans"/>
              </a:rPr>
              <a:t>OpenAI, Azure OpenAI, Azure AI </a:t>
            </a:r>
            <a:r>
              <a:rPr lang="pt-BR" sz="1800" b="1" err="1">
                <a:solidFill>
                  <a:schemeClr val="dk2"/>
                </a:solidFill>
                <a:ea typeface="Nunito Sans"/>
                <a:sym typeface="Nunito Sans"/>
              </a:rPr>
              <a:t>Foundry</a:t>
            </a:r>
            <a:r>
              <a:rPr lang="pt-BR" sz="1800" b="1" dirty="0">
                <a:solidFill>
                  <a:schemeClr val="dk2"/>
                </a:solidFill>
                <a:ea typeface="Nunito Sans"/>
                <a:sym typeface="Nunito Sans"/>
              </a:rPr>
              <a:t>, </a:t>
            </a:r>
            <a:r>
              <a:rPr lang="pt-BR" sz="1800" b="1" err="1">
                <a:solidFill>
                  <a:schemeClr val="dk2"/>
                </a:solidFill>
                <a:ea typeface="Nunito Sans"/>
                <a:sym typeface="Nunito Sans"/>
              </a:rPr>
              <a:t>Ollama</a:t>
            </a:r>
            <a:r>
              <a:rPr lang="pt-BR" sz="1800" b="1" dirty="0">
                <a:solidFill>
                  <a:schemeClr val="dk2"/>
                </a:solidFill>
                <a:ea typeface="Nunito Sans"/>
                <a:sym typeface="Nunito Sans"/>
              </a:rPr>
              <a:t>...</a:t>
            </a:r>
            <a:endParaRPr sz="1800" b="1">
              <a:solidFill>
                <a:schemeClr val="dk2"/>
              </a:solidFill>
              <a:latin typeface="Nunito Sans"/>
              <a:ea typeface="Nunito Sans"/>
              <a:cs typeface="Nunito Sans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E9B4535-DE50-470E-174E-9146A6D487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5255" y="1798914"/>
            <a:ext cx="1545672" cy="154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252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>
          <a:extLst>
            <a:ext uri="{FF2B5EF4-FFF2-40B4-BE49-F238E27FC236}">
              <a16:creationId xmlns:a16="http://schemas.microsoft.com/office/drawing/2014/main" id="{5D2C855A-57C0-9955-3C67-FE728E4C9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7ec1e26afe_0_48">
            <a:extLst>
              <a:ext uri="{FF2B5EF4-FFF2-40B4-BE49-F238E27FC236}">
                <a16:creationId xmlns:a16="http://schemas.microsoft.com/office/drawing/2014/main" id="{18D1338D-D8BE-9B3F-EEFC-8B2444DE5BA8}"/>
              </a:ext>
            </a:extLst>
          </p:cNvPr>
          <p:cNvSpPr txBox="1"/>
          <p:nvPr/>
        </p:nvSpPr>
        <p:spPr>
          <a:xfrm>
            <a:off x="165150" y="123750"/>
            <a:ext cx="6656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>
              <a:buSzPct val="100000"/>
            </a:pPr>
            <a:r>
              <a:rPr lang="pt-BR" sz="3000" b="1" dirty="0">
                <a:solidFill>
                  <a:srgbClr val="020A58"/>
                </a:solidFill>
                <a:latin typeface="Roboto"/>
                <a:ea typeface="Roboto"/>
                <a:cs typeface="Roboto"/>
                <a:sym typeface="Roboto"/>
              </a:rPr>
              <a:t>Microsoft Agent Framework: uma visão geral</a:t>
            </a:r>
            <a:endParaRPr sz="3000" b="1" i="0" u="none" strike="noStrike" cap="none" dirty="0">
              <a:solidFill>
                <a:srgbClr val="020A5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g37ec1e26afe_0_48">
            <a:extLst>
              <a:ext uri="{FF2B5EF4-FFF2-40B4-BE49-F238E27FC236}">
                <a16:creationId xmlns:a16="http://schemas.microsoft.com/office/drawing/2014/main" id="{06BA8898-4541-B712-93B1-D53159EE97A8}"/>
              </a:ext>
            </a:extLst>
          </p:cNvPr>
          <p:cNvSpPr txBox="1"/>
          <p:nvPr/>
        </p:nvSpPr>
        <p:spPr>
          <a:xfrm>
            <a:off x="508870" y="4051400"/>
            <a:ext cx="8197981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600" dirty="0">
                <a:hlinkClick r:id="rId3"/>
              </a:rPr>
              <a:t>https://learn.microsoft.com/en-us/agent-framework/overview/agent-framework-overview</a:t>
            </a:r>
            <a:endParaRPr lang="pt-BR" sz="1600" dirty="0"/>
          </a:p>
        </p:txBody>
      </p:sp>
      <p:sp>
        <p:nvSpPr>
          <p:cNvPr id="372" name="Google Shape;372;g37ec1e26afe_0_48">
            <a:extLst>
              <a:ext uri="{FF2B5EF4-FFF2-40B4-BE49-F238E27FC236}">
                <a16:creationId xmlns:a16="http://schemas.microsoft.com/office/drawing/2014/main" id="{7CEB483A-F041-F9EA-7F47-BDFDE134BD40}"/>
              </a:ext>
            </a:extLst>
          </p:cNvPr>
          <p:cNvSpPr txBox="1"/>
          <p:nvPr/>
        </p:nvSpPr>
        <p:spPr>
          <a:xfrm>
            <a:off x="0" y="4865861"/>
            <a:ext cx="162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Escola Livre de IA</a:t>
            </a:r>
            <a:endParaRPr/>
          </a:p>
        </p:txBody>
      </p:sp>
      <p:sp>
        <p:nvSpPr>
          <p:cNvPr id="373" name="Google Shape;373;g37ec1e26afe_0_48">
            <a:extLst>
              <a:ext uri="{FF2B5EF4-FFF2-40B4-BE49-F238E27FC236}">
                <a16:creationId xmlns:a16="http://schemas.microsoft.com/office/drawing/2014/main" id="{ED81A9B8-95A4-E621-E404-121586DC55F9}"/>
              </a:ext>
            </a:extLst>
          </p:cNvPr>
          <p:cNvSpPr txBox="1"/>
          <p:nvPr/>
        </p:nvSpPr>
        <p:spPr>
          <a:xfrm>
            <a:off x="343450" y="713225"/>
            <a:ext cx="51474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342900">
              <a:buClr>
                <a:schemeClr val="dk2"/>
              </a:buClr>
              <a:buSzPts val="1800"/>
              <a:buFont typeface="Nunito Sans"/>
              <a:buChar char="-"/>
            </a:pPr>
            <a:r>
              <a:rPr lang="pt-BR" sz="2000" dirty="0">
                <a:solidFill>
                  <a:schemeClr val="dk2"/>
                </a:solidFill>
                <a:latin typeface="Nunito Sans"/>
                <a:ea typeface="Nunito Sans"/>
                <a:cs typeface="Nunito Sans"/>
              </a:rPr>
              <a:t>Uma evolução e sucessor do </a:t>
            </a:r>
            <a:r>
              <a:rPr lang="pt-BR" sz="2000" b="1" dirty="0" err="1">
                <a:solidFill>
                  <a:schemeClr val="dk2"/>
                </a:solidFill>
                <a:latin typeface="Nunito Sans"/>
                <a:ea typeface="Nunito Sans"/>
                <a:cs typeface="Nunito Sans"/>
              </a:rPr>
              <a:t>Semantic</a:t>
            </a:r>
            <a:r>
              <a:rPr lang="pt-BR" sz="2000" b="1" dirty="0">
                <a:solidFill>
                  <a:schemeClr val="dk2"/>
                </a:solidFill>
                <a:latin typeface="Nunito Sans"/>
                <a:ea typeface="Nunito Sans"/>
                <a:cs typeface="Nunito Sans"/>
              </a:rPr>
              <a:t> Kernel</a:t>
            </a:r>
            <a:r>
              <a:rPr lang="pt-BR" sz="2000" dirty="0">
                <a:solidFill>
                  <a:schemeClr val="dk2"/>
                </a:solidFill>
                <a:latin typeface="Nunito Sans"/>
                <a:ea typeface="Nunito Sans"/>
                <a:cs typeface="Nunito Sans"/>
              </a:rPr>
              <a:t>, com suporte a </a:t>
            </a:r>
            <a:r>
              <a:rPr lang="pt-BR" sz="2000" b="1" dirty="0">
                <a:solidFill>
                  <a:schemeClr val="dk2"/>
                </a:solidFill>
                <a:latin typeface="Nunito Sans"/>
                <a:ea typeface="Nunito Sans"/>
                <a:cs typeface="Nunito Sans"/>
              </a:rPr>
              <a:t>.NET</a:t>
            </a:r>
            <a:r>
              <a:rPr lang="pt-BR" sz="2000" dirty="0">
                <a:solidFill>
                  <a:schemeClr val="dk2"/>
                </a:solidFill>
                <a:latin typeface="Nunito Sans"/>
                <a:ea typeface="Nunito Sans"/>
                <a:cs typeface="Nunito Sans"/>
              </a:rPr>
              <a:t> e </a:t>
            </a:r>
            <a:r>
              <a:rPr lang="pt-BR" sz="2000" b="1" dirty="0">
                <a:solidFill>
                  <a:schemeClr val="dk2"/>
                </a:solidFill>
                <a:latin typeface="Nunito Sans"/>
                <a:ea typeface="Nunito Sans"/>
                <a:cs typeface="Nunito Sans"/>
              </a:rPr>
              <a:t>Python</a:t>
            </a:r>
            <a:endParaRPr lang="pt-BR" sz="2000" b="1" dirty="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457200" indent="-342900">
              <a:buClr>
                <a:schemeClr val="dk2"/>
              </a:buClr>
              <a:buSzPts val="1800"/>
              <a:buFont typeface="Nunito Sans"/>
              <a:buChar char="-"/>
            </a:pPr>
            <a:endParaRPr lang="pt-BR" sz="2000" dirty="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457200" indent="-342900">
              <a:buClr>
                <a:schemeClr val="dk2"/>
              </a:buClr>
              <a:buSzPts val="1800"/>
              <a:buFont typeface="Nunito Sans"/>
              <a:buChar char="-"/>
            </a:pPr>
            <a:r>
              <a:rPr lang="pt-BR" sz="2000" b="1" dirty="0">
                <a:solidFill>
                  <a:schemeClr val="dk2"/>
                </a:solidFill>
                <a:latin typeface="Nunito Sans"/>
                <a:sym typeface="Nunito Sans"/>
              </a:rPr>
              <a:t>Codificação mais simples</a:t>
            </a:r>
            <a:endParaRPr lang="pt-BR" sz="1600" b="1">
              <a:solidFill>
                <a:schemeClr val="dk2"/>
              </a:solidFill>
            </a:endParaRPr>
          </a:p>
          <a:p>
            <a:pPr marL="457200" lvl="0" indent="-342900">
              <a:buClr>
                <a:schemeClr val="dk2"/>
              </a:buClr>
              <a:buSzPts val="1800"/>
              <a:buFont typeface="Nunito Sans"/>
              <a:buChar char="-"/>
            </a:pPr>
            <a:endParaRPr lang="pt-BR" sz="2000" dirty="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457200" lvl="0" indent="-342900">
              <a:buClr>
                <a:schemeClr val="dk2"/>
              </a:buClr>
              <a:buSzPts val="1800"/>
              <a:buFont typeface="Nunito Sans"/>
              <a:buChar char="-"/>
            </a:pPr>
            <a:r>
              <a:rPr lang="pt-BR" sz="2000" b="1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Open </a:t>
            </a:r>
            <a:r>
              <a:rPr lang="pt-BR" sz="2000" b="1" dirty="0" err="1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source</a:t>
            </a:r>
            <a:r>
              <a:rPr lang="pt-BR" sz="2000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, mantido pela </a:t>
            </a:r>
            <a:r>
              <a:rPr lang="pt-BR" sz="2000" b="1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Microsoft</a:t>
            </a:r>
          </a:p>
          <a:p>
            <a:pPr marL="457200" lvl="0" indent="-342900">
              <a:buClr>
                <a:schemeClr val="dk2"/>
              </a:buClr>
              <a:buSzPts val="1800"/>
              <a:buFont typeface="Nunito Sans"/>
              <a:buChar char="-"/>
            </a:pPr>
            <a:endParaRPr lang="pt-BR" sz="2000" dirty="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457200" indent="-342900">
              <a:buClr>
                <a:schemeClr val="dk2"/>
              </a:buClr>
              <a:buSzPts val="1800"/>
              <a:buFont typeface="Nunito Sans"/>
              <a:buChar char="-"/>
            </a:pPr>
            <a:r>
              <a:rPr lang="pt-BR" sz="2000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Ênfase no desenvolvimento de </a:t>
            </a:r>
            <a:r>
              <a:rPr lang="pt-BR" sz="2000" b="1" dirty="0" err="1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Agents</a:t>
            </a:r>
            <a:r>
              <a:rPr lang="pt-BR" sz="2000" b="1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pt-BR" sz="2000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e </a:t>
            </a:r>
            <a:r>
              <a:rPr lang="pt-BR" sz="2000" b="1" dirty="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Workflows</a:t>
            </a:r>
            <a:endParaRPr sz="2000" b="1" dirty="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3" name="Imagem 2" descr="Desenho de cachorro&#10;&#10;O conteúdo gerado por IA pode estar incorreto.">
            <a:extLst>
              <a:ext uri="{FF2B5EF4-FFF2-40B4-BE49-F238E27FC236}">
                <a16:creationId xmlns:a16="http://schemas.microsoft.com/office/drawing/2014/main" id="{3C61E02F-D285-D9DA-8CDA-698C9CFB14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4215" y="1592483"/>
            <a:ext cx="1912459" cy="196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339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>
          <a:extLst>
            <a:ext uri="{FF2B5EF4-FFF2-40B4-BE49-F238E27FC236}">
              <a16:creationId xmlns:a16="http://schemas.microsoft.com/office/drawing/2014/main" id="{5D066961-5E48-2081-DC51-A37852183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7ec1e26afe_0_48">
            <a:extLst>
              <a:ext uri="{FF2B5EF4-FFF2-40B4-BE49-F238E27FC236}">
                <a16:creationId xmlns:a16="http://schemas.microsoft.com/office/drawing/2014/main" id="{A7403626-050F-B9DB-6DD6-A7E801979B84}"/>
              </a:ext>
            </a:extLst>
          </p:cNvPr>
          <p:cNvSpPr txBox="1"/>
          <p:nvPr/>
        </p:nvSpPr>
        <p:spPr>
          <a:xfrm>
            <a:off x="165150" y="123750"/>
            <a:ext cx="6656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r>
              <a:rPr lang="pt-BR" sz="3000" b="1" dirty="0" err="1">
                <a:solidFill>
                  <a:srgbClr val="020A58"/>
                </a:solidFill>
                <a:latin typeface="Roboto"/>
                <a:ea typeface="Roboto"/>
                <a:cs typeface="Roboto"/>
                <a:sym typeface="Roboto"/>
              </a:rPr>
              <a:t>Observabilidade</a:t>
            </a:r>
            <a:r>
              <a:rPr lang="pt-BR" sz="3000" b="1" dirty="0">
                <a:solidFill>
                  <a:srgbClr val="020A58"/>
                </a:solidFill>
                <a:latin typeface="Roboto"/>
                <a:ea typeface="Roboto"/>
                <a:cs typeface="Roboto"/>
                <a:sym typeface="Roboto"/>
              </a:rPr>
              <a:t> + Inteligências Artificiais</a:t>
            </a:r>
            <a:endParaRPr lang="pt-BR" dirty="0"/>
          </a:p>
        </p:txBody>
      </p:sp>
      <p:sp>
        <p:nvSpPr>
          <p:cNvPr id="371" name="Google Shape;371;g37ec1e26afe_0_48">
            <a:extLst>
              <a:ext uri="{FF2B5EF4-FFF2-40B4-BE49-F238E27FC236}">
                <a16:creationId xmlns:a16="http://schemas.microsoft.com/office/drawing/2014/main" id="{5A365C8C-3727-777C-7AF2-7355CAC5E0F3}"/>
              </a:ext>
            </a:extLst>
          </p:cNvPr>
          <p:cNvSpPr txBox="1"/>
          <p:nvPr/>
        </p:nvSpPr>
        <p:spPr>
          <a:xfrm>
            <a:off x="508870" y="4051400"/>
            <a:ext cx="819798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2000" dirty="0">
                <a:hlinkClick r:id="rId3"/>
              </a:rPr>
              <a:t>https://opentelemetry.io/</a:t>
            </a:r>
            <a:endParaRPr lang="pt-BR" sz="2000" dirty="0"/>
          </a:p>
        </p:txBody>
      </p:sp>
      <p:sp>
        <p:nvSpPr>
          <p:cNvPr id="372" name="Google Shape;372;g37ec1e26afe_0_48">
            <a:extLst>
              <a:ext uri="{FF2B5EF4-FFF2-40B4-BE49-F238E27FC236}">
                <a16:creationId xmlns:a16="http://schemas.microsoft.com/office/drawing/2014/main" id="{4743ECCC-2A0B-B000-C511-14AF0A0C929D}"/>
              </a:ext>
            </a:extLst>
          </p:cNvPr>
          <p:cNvSpPr txBox="1"/>
          <p:nvPr/>
        </p:nvSpPr>
        <p:spPr>
          <a:xfrm>
            <a:off x="0" y="4865861"/>
            <a:ext cx="162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Escola Livre de IA</a:t>
            </a:r>
            <a:endParaRPr/>
          </a:p>
        </p:txBody>
      </p:sp>
      <p:sp>
        <p:nvSpPr>
          <p:cNvPr id="373" name="Google Shape;373;g37ec1e26afe_0_48">
            <a:extLst>
              <a:ext uri="{FF2B5EF4-FFF2-40B4-BE49-F238E27FC236}">
                <a16:creationId xmlns:a16="http://schemas.microsoft.com/office/drawing/2014/main" id="{F3FAEC3A-7BED-FFD1-1DB3-2B21FA3C57B7}"/>
              </a:ext>
            </a:extLst>
          </p:cNvPr>
          <p:cNvSpPr txBox="1"/>
          <p:nvPr/>
        </p:nvSpPr>
        <p:spPr>
          <a:xfrm>
            <a:off x="343450" y="1081177"/>
            <a:ext cx="5147400" cy="3262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342900">
              <a:buClr>
                <a:schemeClr val="dk2"/>
              </a:buClr>
              <a:buSzPts val="1800"/>
              <a:buFont typeface="Nunito Sans"/>
              <a:buChar char="-"/>
            </a:pPr>
            <a:r>
              <a:rPr lang="pt-BR" sz="2000" dirty="0">
                <a:solidFill>
                  <a:schemeClr val="dk2"/>
                </a:solidFill>
              </a:rPr>
              <a:t>Soluções voltadas à </a:t>
            </a:r>
            <a:r>
              <a:rPr lang="pt-BR" sz="2000" dirty="0">
                <a:solidFill>
                  <a:schemeClr val="dk2"/>
                </a:solidFill>
                <a:sym typeface="Nunito Sans"/>
              </a:rPr>
              <a:t>implementação de projetos </a:t>
            </a:r>
            <a:r>
              <a:rPr lang="pt-BR" sz="2000" dirty="0">
                <a:solidFill>
                  <a:schemeClr val="dk2"/>
                </a:solidFill>
                <a:ea typeface="Nunito Sans"/>
                <a:sym typeface="Nunito Sans"/>
              </a:rPr>
              <a:t>de </a:t>
            </a:r>
            <a:r>
              <a:rPr lang="pt-BR" sz="2000" b="1" dirty="0">
                <a:solidFill>
                  <a:schemeClr val="dk2"/>
                </a:solidFill>
                <a:ea typeface="Nunito Sans"/>
                <a:sym typeface="Nunito Sans"/>
              </a:rPr>
              <a:t>Inteligência Artificial </a:t>
            </a:r>
            <a:r>
              <a:rPr lang="pt-BR" sz="2000" dirty="0">
                <a:solidFill>
                  <a:schemeClr val="dk2"/>
                </a:solidFill>
                <a:ea typeface="Nunito Sans"/>
                <a:sym typeface="Nunito Sans"/>
              </a:rPr>
              <a:t>têm adotado o </a:t>
            </a:r>
            <a:r>
              <a:rPr lang="pt-BR" sz="2000" b="1" err="1">
                <a:solidFill>
                  <a:schemeClr val="dk2"/>
                </a:solidFill>
                <a:ea typeface="Nunito Sans"/>
                <a:sym typeface="Nunito Sans"/>
              </a:rPr>
              <a:t>OpenTelemetry</a:t>
            </a:r>
            <a:r>
              <a:rPr lang="pt-BR" sz="2000" b="1" dirty="0">
                <a:solidFill>
                  <a:schemeClr val="dk2"/>
                </a:solidFill>
                <a:ea typeface="Nunito Sans"/>
                <a:sym typeface="Nunito Sans"/>
              </a:rPr>
              <a:t> </a:t>
            </a:r>
            <a:r>
              <a:rPr lang="pt-BR" sz="2000" dirty="0">
                <a:solidFill>
                  <a:schemeClr val="dk2"/>
                </a:solidFill>
                <a:ea typeface="Nunito Sans"/>
                <a:sym typeface="Nunito Sans"/>
              </a:rPr>
              <a:t>como padrão para </a:t>
            </a:r>
            <a:r>
              <a:rPr lang="pt-BR" sz="2000" b="1" err="1">
                <a:solidFill>
                  <a:schemeClr val="dk2"/>
                </a:solidFill>
                <a:ea typeface="Nunito Sans"/>
                <a:sym typeface="Nunito Sans"/>
              </a:rPr>
              <a:t>Observabilidade</a:t>
            </a:r>
            <a:endParaRPr lang="pt-BR" b="1" err="1">
              <a:solidFill>
                <a:schemeClr val="dk2"/>
              </a:solidFill>
              <a:sym typeface="Nunito Sans"/>
            </a:endParaRPr>
          </a:p>
          <a:p>
            <a:pPr marL="457200" indent="-342900">
              <a:buClr>
                <a:schemeClr val="dk2"/>
              </a:buClr>
              <a:buSzPts val="1800"/>
              <a:buFont typeface="Nunito Sans"/>
              <a:buChar char="-"/>
            </a:pPr>
            <a:endParaRPr lang="pt-BR" sz="2000" dirty="0">
              <a:solidFill>
                <a:schemeClr val="dk2"/>
              </a:solidFill>
              <a:ea typeface="Nunito Sans"/>
              <a:sym typeface="Nunito Sans"/>
            </a:endParaRPr>
          </a:p>
          <a:p>
            <a:pPr marL="457200" indent="-342900">
              <a:buClr>
                <a:schemeClr val="dk2"/>
              </a:buClr>
              <a:buSzPts val="1800"/>
              <a:buFont typeface="Nunito Sans"/>
              <a:buChar char="-"/>
            </a:pPr>
            <a:r>
              <a:rPr lang="pt-BR" sz="2000" b="1" dirty="0">
                <a:solidFill>
                  <a:schemeClr val="dk2"/>
                </a:solidFill>
                <a:ea typeface="Nunito Sans"/>
                <a:sym typeface="Nunito Sans"/>
              </a:rPr>
              <a:t>Traces</a:t>
            </a:r>
            <a:r>
              <a:rPr lang="pt-BR" sz="2000" dirty="0">
                <a:solidFill>
                  <a:schemeClr val="dk2"/>
                </a:solidFill>
                <a:ea typeface="Nunito Sans"/>
              </a:rPr>
              <a:t>, </a:t>
            </a:r>
            <a:r>
              <a:rPr lang="pt-BR" sz="2000" b="1" dirty="0">
                <a:solidFill>
                  <a:schemeClr val="dk2"/>
                </a:solidFill>
                <a:ea typeface="Nunito Sans"/>
              </a:rPr>
              <a:t>métricas</a:t>
            </a:r>
            <a:r>
              <a:rPr lang="pt-BR" sz="2000" dirty="0">
                <a:solidFill>
                  <a:schemeClr val="dk2"/>
                </a:solidFill>
                <a:ea typeface="Nunito Sans"/>
              </a:rPr>
              <a:t> e </a:t>
            </a:r>
            <a:r>
              <a:rPr lang="pt-BR" sz="2000" b="1" dirty="0">
                <a:solidFill>
                  <a:schemeClr val="dk2"/>
                </a:solidFill>
                <a:ea typeface="Nunito Sans"/>
              </a:rPr>
              <a:t>logs </a:t>
            </a:r>
            <a:r>
              <a:rPr lang="pt-BR" sz="2000" dirty="0">
                <a:solidFill>
                  <a:schemeClr val="dk2"/>
                </a:solidFill>
                <a:ea typeface="Nunito Sans"/>
              </a:rPr>
              <a:t>podem ser coletados com pouquíssimo esforço</a:t>
            </a:r>
            <a:endParaRPr lang="pt-BR" dirty="0">
              <a:solidFill>
                <a:schemeClr val="dk2"/>
              </a:solidFill>
              <a:ea typeface="Nunito Sans"/>
            </a:endParaRPr>
          </a:p>
          <a:p>
            <a:pPr marL="457200" indent="-342900">
              <a:buClr>
                <a:schemeClr val="dk2"/>
              </a:buClr>
              <a:buSzPts val="1800"/>
              <a:buFont typeface="Nunito Sans"/>
              <a:buChar char="-"/>
            </a:pPr>
            <a:endParaRPr lang="pt-BR" sz="2000" dirty="0">
              <a:solidFill>
                <a:schemeClr val="dk2"/>
              </a:solidFill>
              <a:ea typeface="Nunito Sans"/>
            </a:endParaRPr>
          </a:p>
          <a:p>
            <a:pPr marL="457200" indent="-342900">
              <a:buClr>
                <a:schemeClr val="dk2"/>
              </a:buClr>
              <a:buSzPts val="1800"/>
              <a:buFont typeface="Nunito Sans"/>
              <a:buChar char="-"/>
            </a:pPr>
            <a:endParaRPr lang="pt-BR" sz="2000" dirty="0">
              <a:solidFill>
                <a:schemeClr val="dk2"/>
              </a:solidFill>
              <a:ea typeface="Nunito Sans"/>
            </a:endParaRPr>
          </a:p>
          <a:p>
            <a:pPr marL="457200" indent="-342900">
              <a:buClr>
                <a:schemeClr val="dk2"/>
              </a:buClr>
              <a:buSzPts val="1800"/>
              <a:buFont typeface="Nunito Sans"/>
              <a:buChar char="-"/>
            </a:pPr>
            <a:endParaRPr lang="pt-BR" sz="2000" dirty="0">
              <a:solidFill>
                <a:schemeClr val="dk2"/>
              </a:solidFill>
            </a:endParaRPr>
          </a:p>
        </p:txBody>
      </p:sp>
      <p:pic>
        <p:nvPicPr>
          <p:cNvPr id="2" name="Imagem 1" descr="Ícone&#10;&#10;Descrição gerada automaticamente">
            <a:extLst>
              <a:ext uri="{FF2B5EF4-FFF2-40B4-BE49-F238E27FC236}">
                <a16:creationId xmlns:a16="http://schemas.microsoft.com/office/drawing/2014/main" id="{0C2B7F8E-AF42-86F3-2569-D13C380DDD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245" y="1391106"/>
            <a:ext cx="1590675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9313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>
          <a:extLst>
            <a:ext uri="{FF2B5EF4-FFF2-40B4-BE49-F238E27FC236}">
              <a16:creationId xmlns:a16="http://schemas.microsoft.com/office/drawing/2014/main" id="{53B974D7-0AD1-3832-CE7D-4B33E541F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7ec1e26afe_0_48">
            <a:extLst>
              <a:ext uri="{FF2B5EF4-FFF2-40B4-BE49-F238E27FC236}">
                <a16:creationId xmlns:a16="http://schemas.microsoft.com/office/drawing/2014/main" id="{B535B5CD-CE34-AA28-6782-D18A1A0656E2}"/>
              </a:ext>
            </a:extLst>
          </p:cNvPr>
          <p:cNvSpPr txBox="1"/>
          <p:nvPr/>
        </p:nvSpPr>
        <p:spPr>
          <a:xfrm>
            <a:off x="165150" y="123750"/>
            <a:ext cx="6656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r>
              <a:rPr lang="pt-BR" sz="3000" b="1" dirty="0" err="1">
                <a:solidFill>
                  <a:srgbClr val="020A58"/>
                </a:solidFill>
                <a:latin typeface="Roboto"/>
                <a:ea typeface="Roboto"/>
                <a:cs typeface="Roboto"/>
                <a:sym typeface="Roboto"/>
              </a:rPr>
              <a:t>Observabilidade</a:t>
            </a:r>
            <a:r>
              <a:rPr lang="pt-BR" sz="3000" b="1" dirty="0">
                <a:solidFill>
                  <a:srgbClr val="020A58"/>
                </a:solidFill>
                <a:latin typeface="Roboto"/>
                <a:ea typeface="Roboto"/>
                <a:cs typeface="Roboto"/>
                <a:sym typeface="Roboto"/>
              </a:rPr>
              <a:t> + Inteligências Artificiais</a:t>
            </a:r>
            <a:endParaRPr lang="pt-BR" dirty="0"/>
          </a:p>
        </p:txBody>
      </p:sp>
      <p:sp>
        <p:nvSpPr>
          <p:cNvPr id="371" name="Google Shape;371;g37ec1e26afe_0_48">
            <a:extLst>
              <a:ext uri="{FF2B5EF4-FFF2-40B4-BE49-F238E27FC236}">
                <a16:creationId xmlns:a16="http://schemas.microsoft.com/office/drawing/2014/main" id="{2B4C03E5-9457-0A06-BFF7-B0DCB21BECB7}"/>
              </a:ext>
            </a:extLst>
          </p:cNvPr>
          <p:cNvSpPr txBox="1"/>
          <p:nvPr/>
        </p:nvSpPr>
        <p:spPr>
          <a:xfrm>
            <a:off x="508870" y="4051400"/>
            <a:ext cx="819798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2000" dirty="0">
                <a:hlinkClick r:id="rId3"/>
              </a:rPr>
              <a:t>https://opentelemetry.io/</a:t>
            </a:r>
            <a:endParaRPr lang="pt-BR" sz="2000" dirty="0"/>
          </a:p>
        </p:txBody>
      </p:sp>
      <p:sp>
        <p:nvSpPr>
          <p:cNvPr id="372" name="Google Shape;372;g37ec1e26afe_0_48">
            <a:extLst>
              <a:ext uri="{FF2B5EF4-FFF2-40B4-BE49-F238E27FC236}">
                <a16:creationId xmlns:a16="http://schemas.microsoft.com/office/drawing/2014/main" id="{14E2CB76-B390-656F-752F-4DEB9E584B18}"/>
              </a:ext>
            </a:extLst>
          </p:cNvPr>
          <p:cNvSpPr txBox="1"/>
          <p:nvPr/>
        </p:nvSpPr>
        <p:spPr>
          <a:xfrm>
            <a:off x="0" y="4865861"/>
            <a:ext cx="162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Escola Livre de IA</a:t>
            </a:r>
            <a:endParaRPr/>
          </a:p>
        </p:txBody>
      </p:sp>
      <p:sp>
        <p:nvSpPr>
          <p:cNvPr id="373" name="Google Shape;373;g37ec1e26afe_0_48">
            <a:extLst>
              <a:ext uri="{FF2B5EF4-FFF2-40B4-BE49-F238E27FC236}">
                <a16:creationId xmlns:a16="http://schemas.microsoft.com/office/drawing/2014/main" id="{9565071E-3F43-3A3F-311A-93402DB4E142}"/>
              </a:ext>
            </a:extLst>
          </p:cNvPr>
          <p:cNvSpPr txBox="1"/>
          <p:nvPr/>
        </p:nvSpPr>
        <p:spPr>
          <a:xfrm>
            <a:off x="343450" y="1175122"/>
            <a:ext cx="5147400" cy="3477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342900">
              <a:buClr>
                <a:schemeClr val="dk2"/>
              </a:buClr>
              <a:buSzPts val="1800"/>
              <a:buFont typeface="Nunito Sans"/>
              <a:buChar char="-"/>
            </a:pPr>
            <a:r>
              <a:rPr lang="pt-BR" sz="2000" dirty="0">
                <a:solidFill>
                  <a:schemeClr val="dk2"/>
                </a:solidFill>
                <a:ea typeface="Nunito Sans"/>
              </a:rPr>
              <a:t>Fácil integração com serviços em nuvem e/ou </a:t>
            </a:r>
            <a:r>
              <a:rPr lang="pt-BR" sz="2000" dirty="0" err="1">
                <a:solidFill>
                  <a:schemeClr val="dk2"/>
                </a:solidFill>
                <a:ea typeface="Nunito Sans"/>
              </a:rPr>
              <a:t>containerizados</a:t>
            </a:r>
            <a:r>
              <a:rPr lang="pt-BR" sz="2000" dirty="0">
                <a:solidFill>
                  <a:schemeClr val="dk2"/>
                </a:solidFill>
                <a:ea typeface="Nunito Sans"/>
              </a:rPr>
              <a:t>: </a:t>
            </a:r>
            <a:r>
              <a:rPr lang="pt-BR" sz="2000" b="1" dirty="0" err="1">
                <a:solidFill>
                  <a:schemeClr val="dk2"/>
                </a:solidFill>
                <a:ea typeface="Nunito Sans"/>
              </a:rPr>
              <a:t>Application</a:t>
            </a:r>
            <a:r>
              <a:rPr lang="pt-BR" sz="2000" b="1" dirty="0">
                <a:solidFill>
                  <a:schemeClr val="dk2"/>
                </a:solidFill>
                <a:ea typeface="Nunito Sans"/>
              </a:rPr>
              <a:t> Insights/Azure Monitor</a:t>
            </a:r>
            <a:r>
              <a:rPr lang="pt-BR" sz="2000" dirty="0">
                <a:solidFill>
                  <a:schemeClr val="dk2"/>
                </a:solidFill>
                <a:ea typeface="Nunito Sans"/>
              </a:rPr>
              <a:t>, </a:t>
            </a:r>
            <a:r>
              <a:rPr lang="pt-BR" sz="2000" b="1" dirty="0" err="1">
                <a:solidFill>
                  <a:schemeClr val="dk2"/>
                </a:solidFill>
                <a:ea typeface="Nunito Sans"/>
              </a:rPr>
              <a:t>Grafana</a:t>
            </a:r>
            <a:r>
              <a:rPr lang="pt-BR" sz="2000" dirty="0">
                <a:solidFill>
                  <a:schemeClr val="dk2"/>
                </a:solidFill>
                <a:ea typeface="Nunito Sans"/>
              </a:rPr>
              <a:t>, </a:t>
            </a:r>
            <a:r>
              <a:rPr lang="pt-BR" sz="2000" b="1" dirty="0" err="1">
                <a:solidFill>
                  <a:schemeClr val="dk2"/>
                </a:solidFill>
                <a:ea typeface="Nunito Sans"/>
              </a:rPr>
              <a:t>Elastic</a:t>
            </a:r>
            <a:r>
              <a:rPr lang="pt-BR" sz="2000" b="1" dirty="0">
                <a:solidFill>
                  <a:schemeClr val="dk2"/>
                </a:solidFill>
                <a:ea typeface="Nunito Sans"/>
              </a:rPr>
              <a:t> APM</a:t>
            </a:r>
            <a:r>
              <a:rPr lang="pt-BR" sz="2000" dirty="0">
                <a:solidFill>
                  <a:schemeClr val="dk2"/>
                </a:solidFill>
                <a:ea typeface="Nunito Sans"/>
              </a:rPr>
              <a:t>, </a:t>
            </a:r>
            <a:r>
              <a:rPr lang="pt-BR" sz="2000" b="1" dirty="0">
                <a:solidFill>
                  <a:schemeClr val="dk2"/>
                </a:solidFill>
                <a:ea typeface="Nunito Sans"/>
              </a:rPr>
              <a:t>Jaeger</a:t>
            </a:r>
            <a:r>
              <a:rPr lang="pt-BR" sz="2000" dirty="0">
                <a:solidFill>
                  <a:schemeClr val="dk2"/>
                </a:solidFill>
                <a:ea typeface="Nunito Sans"/>
              </a:rPr>
              <a:t>, </a:t>
            </a:r>
            <a:r>
              <a:rPr lang="pt-BR" sz="2000" b="1" dirty="0" err="1">
                <a:solidFill>
                  <a:schemeClr val="dk2"/>
                </a:solidFill>
                <a:ea typeface="Nunito Sans"/>
              </a:rPr>
              <a:t>ZipKin</a:t>
            </a:r>
            <a:r>
              <a:rPr lang="pt-BR" sz="2000" dirty="0">
                <a:solidFill>
                  <a:schemeClr val="dk2"/>
                </a:solidFill>
                <a:ea typeface="Nunito Sans"/>
              </a:rPr>
              <a:t>...     </a:t>
            </a:r>
            <a:endParaRPr lang="pt-BR">
              <a:solidFill>
                <a:schemeClr val="dk2"/>
              </a:solidFill>
            </a:endParaRPr>
          </a:p>
          <a:p>
            <a:pPr>
              <a:buClr>
                <a:schemeClr val="dk2"/>
              </a:buClr>
              <a:buSzPts val="1800"/>
              <a:buFont typeface="Arial"/>
              <a:buChar char="•"/>
            </a:pPr>
            <a:endParaRPr lang="pt-BR"/>
          </a:p>
          <a:p>
            <a:pPr marL="457200" indent="-342900">
              <a:buClr>
                <a:schemeClr val="dk2"/>
              </a:buClr>
              <a:buSzPts val="1800"/>
              <a:buFont typeface="Nunito Sans"/>
              <a:buChar char="-"/>
            </a:pPr>
            <a:r>
              <a:rPr lang="pt-BR" sz="2000" dirty="0">
                <a:solidFill>
                  <a:schemeClr val="dk2"/>
                </a:solidFill>
                <a:ea typeface="Nunito Sans"/>
              </a:rPr>
              <a:t>Cuidados como </a:t>
            </a:r>
            <a:r>
              <a:rPr lang="pt-BR" sz="2000" b="1" dirty="0" err="1">
                <a:solidFill>
                  <a:schemeClr val="dk2"/>
                </a:solidFill>
                <a:ea typeface="Nunito Sans"/>
              </a:rPr>
              <a:t>sampling</a:t>
            </a:r>
            <a:r>
              <a:rPr lang="pt-BR" sz="2000" b="1" dirty="0">
                <a:solidFill>
                  <a:schemeClr val="dk2"/>
                </a:solidFill>
                <a:ea typeface="Nunito Sans"/>
              </a:rPr>
              <a:t> </a:t>
            </a:r>
            <a:r>
              <a:rPr lang="pt-BR" sz="2000" dirty="0">
                <a:solidFill>
                  <a:schemeClr val="dk2"/>
                </a:solidFill>
                <a:ea typeface="Nunito Sans"/>
              </a:rPr>
              <a:t>são importantes, limitando o volume de dados a serem coletados </a:t>
            </a:r>
            <a:endParaRPr lang="pt-BR" dirty="0">
              <a:solidFill>
                <a:schemeClr val="dk2"/>
              </a:solidFill>
            </a:endParaRPr>
          </a:p>
          <a:p>
            <a:pPr marL="457200" indent="-342900">
              <a:buClr>
                <a:schemeClr val="dk2"/>
              </a:buClr>
              <a:buSzPts val="1800"/>
              <a:buFont typeface="Nunito Sans"/>
              <a:buChar char="-"/>
            </a:pPr>
            <a:endParaRPr lang="pt-BR" sz="2000" dirty="0">
              <a:solidFill>
                <a:schemeClr val="dk2"/>
              </a:solidFill>
              <a:ea typeface="Nunito Sans"/>
            </a:endParaRPr>
          </a:p>
          <a:p>
            <a:pPr marL="457200" indent="-342900">
              <a:buClr>
                <a:schemeClr val="dk2"/>
              </a:buClr>
              <a:buSzPts val="1800"/>
              <a:buFont typeface="Nunito Sans"/>
              <a:buChar char="-"/>
            </a:pPr>
            <a:endParaRPr lang="pt-BR" sz="2000" dirty="0">
              <a:solidFill>
                <a:schemeClr val="dk2"/>
              </a:solidFill>
            </a:endParaRPr>
          </a:p>
        </p:txBody>
      </p:sp>
      <p:pic>
        <p:nvPicPr>
          <p:cNvPr id="2" name="Imagem 1" descr="Ícone&#10;&#10;Descrição gerada automaticamente">
            <a:extLst>
              <a:ext uri="{FF2B5EF4-FFF2-40B4-BE49-F238E27FC236}">
                <a16:creationId xmlns:a16="http://schemas.microsoft.com/office/drawing/2014/main" id="{EEAAAB4D-2D0A-595B-0A1C-7D274A86AA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245" y="1391106"/>
            <a:ext cx="1590675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161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>
          <a:extLst>
            <a:ext uri="{FF2B5EF4-FFF2-40B4-BE49-F238E27FC236}">
              <a16:creationId xmlns:a16="http://schemas.microsoft.com/office/drawing/2014/main" id="{67C6A829-DF47-BD6C-A5EF-E8DD28F50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7ec1e26afe_0_48">
            <a:extLst>
              <a:ext uri="{FF2B5EF4-FFF2-40B4-BE49-F238E27FC236}">
                <a16:creationId xmlns:a16="http://schemas.microsoft.com/office/drawing/2014/main" id="{C4130C72-0E72-FB8E-A826-BC26039CED2A}"/>
              </a:ext>
            </a:extLst>
          </p:cNvPr>
          <p:cNvSpPr txBox="1"/>
          <p:nvPr/>
        </p:nvSpPr>
        <p:spPr>
          <a:xfrm>
            <a:off x="165150" y="123750"/>
            <a:ext cx="6656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r>
              <a:rPr lang="pt-BR" sz="3000" dirty="0" err="1">
                <a:solidFill>
                  <a:srgbClr val="020A58"/>
                </a:solidFill>
                <a:ea typeface="Roboto"/>
                <a:sym typeface="Roboto"/>
              </a:rPr>
              <a:t>Cybersecurity</a:t>
            </a:r>
            <a:r>
              <a:rPr lang="pt-BR" sz="3000" dirty="0">
                <a:solidFill>
                  <a:srgbClr val="020A58"/>
                </a:solidFill>
                <a:ea typeface="Roboto"/>
                <a:sym typeface="Roboto"/>
              </a:rPr>
              <a:t> + Inteligências Artificiais </a:t>
            </a:r>
            <a:endParaRPr lang="pt-BR" dirty="0"/>
          </a:p>
        </p:txBody>
      </p:sp>
      <p:sp>
        <p:nvSpPr>
          <p:cNvPr id="372" name="Google Shape;372;g37ec1e26afe_0_48">
            <a:extLst>
              <a:ext uri="{FF2B5EF4-FFF2-40B4-BE49-F238E27FC236}">
                <a16:creationId xmlns:a16="http://schemas.microsoft.com/office/drawing/2014/main" id="{CA3D21E1-FDD0-BC8B-483C-D09D6D268FBF}"/>
              </a:ext>
            </a:extLst>
          </p:cNvPr>
          <p:cNvSpPr txBox="1"/>
          <p:nvPr/>
        </p:nvSpPr>
        <p:spPr>
          <a:xfrm>
            <a:off x="0" y="4865861"/>
            <a:ext cx="162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Escola Livre de IA</a:t>
            </a:r>
            <a:endParaRPr/>
          </a:p>
        </p:txBody>
      </p:sp>
      <p:sp>
        <p:nvSpPr>
          <p:cNvPr id="373" name="Google Shape;373;g37ec1e26afe_0_48">
            <a:extLst>
              <a:ext uri="{FF2B5EF4-FFF2-40B4-BE49-F238E27FC236}">
                <a16:creationId xmlns:a16="http://schemas.microsoft.com/office/drawing/2014/main" id="{67057D53-C93A-1D33-6E44-BFF764CBA4A8}"/>
              </a:ext>
            </a:extLst>
          </p:cNvPr>
          <p:cNvSpPr txBox="1"/>
          <p:nvPr/>
        </p:nvSpPr>
        <p:spPr>
          <a:xfrm>
            <a:off x="343450" y="1175122"/>
            <a:ext cx="8247591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Clr>
                <a:schemeClr val="dk2"/>
              </a:buClr>
              <a:buSzPts val="1800"/>
              <a:buFont typeface="Arial"/>
              <a:buChar char="•"/>
            </a:pPr>
            <a:endParaRPr lang="pt-BR" sz="2000" dirty="0">
              <a:solidFill>
                <a:schemeClr val="dk2"/>
              </a:solidFill>
            </a:endParaRPr>
          </a:p>
          <a:p>
            <a:pPr marL="457200" indent="-342900">
              <a:buClr>
                <a:schemeClr val="dk2"/>
              </a:buClr>
              <a:buSzPts val="1800"/>
              <a:buFont typeface="Nunito Sans"/>
              <a:buChar char="-"/>
            </a:pPr>
            <a:r>
              <a:rPr lang="pt-BR" sz="2000" dirty="0">
                <a:solidFill>
                  <a:schemeClr val="dk2"/>
                </a:solidFill>
              </a:rPr>
              <a:t>Surgimento de </a:t>
            </a:r>
            <a:r>
              <a:rPr lang="pt-BR" sz="2000" b="1" dirty="0">
                <a:solidFill>
                  <a:schemeClr val="dk2"/>
                </a:solidFill>
              </a:rPr>
              <a:t>novos tipos de ataques</a:t>
            </a:r>
          </a:p>
          <a:p>
            <a:pPr marL="457200" indent="-342900">
              <a:buClr>
                <a:schemeClr val="dk2"/>
              </a:buClr>
              <a:buSzPts val="1800"/>
              <a:buFont typeface="Nunito Sans"/>
              <a:buChar char="-"/>
            </a:pPr>
            <a:endParaRPr lang="pt-BR" sz="2000" dirty="0">
              <a:solidFill>
                <a:schemeClr val="dk2"/>
              </a:solidFill>
            </a:endParaRPr>
          </a:p>
          <a:p>
            <a:pPr marL="457200" indent="-342900">
              <a:buClr>
                <a:schemeClr val="dk2"/>
              </a:buClr>
              <a:buSzPts val="1800"/>
              <a:buFont typeface="Nunito Sans"/>
              <a:buChar char="-"/>
            </a:pPr>
            <a:r>
              <a:rPr lang="pt-BR" sz="2000" b="1" dirty="0">
                <a:solidFill>
                  <a:schemeClr val="dk2"/>
                </a:solidFill>
              </a:rPr>
              <a:t>OWASP Top 10 for LLM </a:t>
            </a:r>
            <a:r>
              <a:rPr lang="pt-BR" sz="2000" b="1" dirty="0" err="1">
                <a:solidFill>
                  <a:schemeClr val="dk2"/>
                </a:solidFill>
              </a:rPr>
              <a:t>Applications</a:t>
            </a:r>
            <a:r>
              <a:rPr lang="pt-BR" sz="2000" dirty="0">
                <a:solidFill>
                  <a:schemeClr val="dk2"/>
                </a:solidFill>
              </a:rPr>
              <a:t>: </a:t>
            </a:r>
            <a:r>
              <a:rPr lang="pt-BR" sz="2000" dirty="0">
                <a:solidFill>
                  <a:schemeClr val="dk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https://genai.owasp.org/</a:t>
            </a:r>
            <a:endParaRPr lang="pt-BR">
              <a:solidFill>
                <a:schemeClr val="dk2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114300">
              <a:buClr>
                <a:schemeClr val="dk2"/>
              </a:buClr>
              <a:buSzPts val="1800"/>
            </a:pPr>
            <a:endParaRPr lang="pt-BR" sz="2000" dirty="0">
              <a:solidFill>
                <a:schemeClr val="dk2"/>
              </a:solidFill>
            </a:endParaRPr>
          </a:p>
          <a:p>
            <a:pPr marL="114300">
              <a:buClr>
                <a:schemeClr val="dk2"/>
              </a:buClr>
              <a:buSzPts val="1800"/>
            </a:pPr>
            <a:endParaRPr lang="pt-BR" sz="2000" dirty="0">
              <a:solidFill>
                <a:schemeClr val="dk2"/>
              </a:solidFill>
            </a:endParaRPr>
          </a:p>
          <a:p>
            <a:pPr marL="457200" indent="-342900">
              <a:buClr>
                <a:schemeClr val="dk2"/>
              </a:buClr>
              <a:buSzPts val="1800"/>
              <a:buFont typeface="Nunito Sans"/>
              <a:buChar char="-"/>
            </a:pPr>
            <a:endParaRPr lang="pt-BR" sz="2000" dirty="0">
              <a:solidFill>
                <a:schemeClr val="dk2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7D179C0-1C84-D8C9-AA26-CB37A94406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3877" y="3032146"/>
            <a:ext cx="3896247" cy="133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100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>
          <a:extLst>
            <a:ext uri="{FF2B5EF4-FFF2-40B4-BE49-F238E27FC236}">
              <a16:creationId xmlns:a16="http://schemas.microsoft.com/office/drawing/2014/main" id="{E5DB8E3F-603D-6953-96C6-3BFF61436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7ec1e26afe_0_48">
            <a:extLst>
              <a:ext uri="{FF2B5EF4-FFF2-40B4-BE49-F238E27FC236}">
                <a16:creationId xmlns:a16="http://schemas.microsoft.com/office/drawing/2014/main" id="{C7C47CFA-35A4-FAE4-3FA0-83228DC08CED}"/>
              </a:ext>
            </a:extLst>
          </p:cNvPr>
          <p:cNvSpPr txBox="1"/>
          <p:nvPr/>
        </p:nvSpPr>
        <p:spPr>
          <a:xfrm>
            <a:off x="165150" y="123750"/>
            <a:ext cx="6656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r>
              <a:rPr lang="pt-BR" sz="3000" dirty="0">
                <a:solidFill>
                  <a:srgbClr val="020A58"/>
                </a:solidFill>
                <a:ea typeface="Roboto"/>
                <a:sym typeface="Roboto"/>
              </a:rPr>
              <a:t>Certificações Gratuitas em IA/Segurança</a:t>
            </a:r>
            <a:endParaRPr lang="pt-BR" sz="3000" dirty="0">
              <a:solidFill>
                <a:srgbClr val="020A58"/>
              </a:solidFill>
              <a:ea typeface="Roboto"/>
            </a:endParaRPr>
          </a:p>
        </p:txBody>
      </p:sp>
      <p:sp>
        <p:nvSpPr>
          <p:cNvPr id="372" name="Google Shape;372;g37ec1e26afe_0_48">
            <a:extLst>
              <a:ext uri="{FF2B5EF4-FFF2-40B4-BE49-F238E27FC236}">
                <a16:creationId xmlns:a16="http://schemas.microsoft.com/office/drawing/2014/main" id="{350E5EDE-E381-BC84-AADA-45BF4C0F1D6F}"/>
              </a:ext>
            </a:extLst>
          </p:cNvPr>
          <p:cNvSpPr txBox="1"/>
          <p:nvPr/>
        </p:nvSpPr>
        <p:spPr>
          <a:xfrm>
            <a:off x="0" y="4865861"/>
            <a:ext cx="162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Escola Livre de IA</a:t>
            </a:r>
            <a:endParaRPr/>
          </a:p>
        </p:txBody>
      </p:sp>
      <p:sp>
        <p:nvSpPr>
          <p:cNvPr id="373" name="Google Shape;373;g37ec1e26afe_0_48">
            <a:extLst>
              <a:ext uri="{FF2B5EF4-FFF2-40B4-BE49-F238E27FC236}">
                <a16:creationId xmlns:a16="http://schemas.microsoft.com/office/drawing/2014/main" id="{EC73FCAD-31A6-FEE5-8420-92D6EBA06A69}"/>
              </a:ext>
            </a:extLst>
          </p:cNvPr>
          <p:cNvSpPr txBox="1"/>
          <p:nvPr/>
        </p:nvSpPr>
        <p:spPr>
          <a:xfrm>
            <a:off x="343450" y="1073348"/>
            <a:ext cx="8247591" cy="118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Clr>
                <a:schemeClr val="dk2"/>
              </a:buClr>
              <a:buSzPts val="1800"/>
              <a:buFont typeface="Arial"/>
              <a:buChar char="•"/>
            </a:pPr>
            <a:endParaRPr lang="pt-BR" sz="1600" dirty="0">
              <a:solidFill>
                <a:schemeClr val="dk2"/>
              </a:solidFill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dk2"/>
              </a:buClr>
              <a:buSzPts val="1800"/>
            </a:pPr>
            <a:r>
              <a:rPr lang="pt-BR" sz="2800" b="1" dirty="0">
                <a:solidFill>
                  <a:schemeClr val="bg1"/>
                </a:solidFill>
                <a:latin typeface="Segoe UI Light"/>
                <a:cs typeface="Segoe UI Light"/>
                <a:hlinkClick r:id="rId3"/>
              </a:rPr>
              <a:t>www.apisecuniversity.com/#courses</a:t>
            </a:r>
            <a:endParaRPr lang="pt-BR" sz="2800">
              <a:solidFill>
                <a:schemeClr val="dk2"/>
              </a:solidFill>
              <a:latin typeface="Segoe UI Light"/>
              <a:cs typeface="Segoe UI Light"/>
            </a:endParaRPr>
          </a:p>
          <a:p>
            <a:pPr marL="457200" indent="-342900">
              <a:buClr>
                <a:schemeClr val="dk2"/>
              </a:buClr>
              <a:buSzPts val="1800"/>
              <a:buFont typeface="Nunito Sans"/>
              <a:buChar char="-"/>
            </a:pPr>
            <a:endParaRPr lang="pt-BR" sz="1600" b="1" dirty="0">
              <a:solidFill>
                <a:schemeClr val="dk2"/>
              </a:solidFill>
            </a:endParaRPr>
          </a:p>
        </p:txBody>
      </p:sp>
      <p:pic>
        <p:nvPicPr>
          <p:cNvPr id="2" name="Imagem 1" descr="Uma imagem contendo objeto, relógio, placar, lendo&#10;&#10;O conteúdo gerado por IA pode estar incorreto.">
            <a:extLst>
              <a:ext uri="{FF2B5EF4-FFF2-40B4-BE49-F238E27FC236}">
                <a16:creationId xmlns:a16="http://schemas.microsoft.com/office/drawing/2014/main" id="{A4FD18B7-C490-8DF8-C305-3637BC678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3351" y="2645079"/>
            <a:ext cx="4333875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8336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16"/>
          <p:cNvSpPr txBox="1"/>
          <p:nvPr/>
        </p:nvSpPr>
        <p:spPr>
          <a:xfrm>
            <a:off x="780292" y="983750"/>
            <a:ext cx="3359446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sz="4000" b="1" dirty="0">
                <a:solidFill>
                  <a:srgbClr val="020A58"/>
                </a:solidFill>
                <a:latin typeface="Roboto"/>
                <a:ea typeface="Roboto"/>
                <a:cs typeface="Roboto"/>
                <a:sym typeface="Roboto"/>
              </a:rPr>
              <a:t>Exemplos práticos</a:t>
            </a:r>
            <a:endParaRPr lang="pt-BR" sz="4000" b="1" dirty="0">
              <a:solidFill>
                <a:srgbClr val="020A58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735" name="Google Shape;735;p16"/>
          <p:cNvSpPr txBox="1"/>
          <p:nvPr/>
        </p:nvSpPr>
        <p:spPr>
          <a:xfrm>
            <a:off x="-1125000" y="697550"/>
            <a:ext cx="1125000" cy="7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TODOS</a:t>
            </a:r>
            <a:endParaRPr sz="20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⏳?m</a:t>
            </a:r>
            <a:endParaRPr sz="20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>
          <a:extLst>
            <a:ext uri="{FF2B5EF4-FFF2-40B4-BE49-F238E27FC236}">
              <a16:creationId xmlns:a16="http://schemas.microsoft.com/office/drawing/2014/main" id="{3A6D1FE4-853F-9878-A903-EE20AFB03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16">
            <a:extLst>
              <a:ext uri="{FF2B5EF4-FFF2-40B4-BE49-F238E27FC236}">
                <a16:creationId xmlns:a16="http://schemas.microsoft.com/office/drawing/2014/main" id="{03FF61CD-1721-011C-7159-5B232F2F3C50}"/>
              </a:ext>
            </a:extLst>
          </p:cNvPr>
          <p:cNvSpPr txBox="1"/>
          <p:nvPr/>
        </p:nvSpPr>
        <p:spPr>
          <a:xfrm>
            <a:off x="780292" y="983750"/>
            <a:ext cx="3359446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pt-BR" sz="4000" b="1" i="0" u="none" strike="noStrike" cap="none">
                <a:solidFill>
                  <a:srgbClr val="020A58"/>
                </a:solidFill>
                <a:latin typeface="Roboto"/>
                <a:ea typeface="Roboto"/>
                <a:cs typeface="Roboto"/>
                <a:sym typeface="Roboto"/>
              </a:rPr>
              <a:t>Perguntas &amp; Respostas </a:t>
            </a:r>
            <a:endParaRPr sz="4000" b="1" i="0" u="none" strike="noStrike" cap="none">
              <a:solidFill>
                <a:srgbClr val="020A5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5" name="Google Shape;735;p16">
            <a:extLst>
              <a:ext uri="{FF2B5EF4-FFF2-40B4-BE49-F238E27FC236}">
                <a16:creationId xmlns:a16="http://schemas.microsoft.com/office/drawing/2014/main" id="{850D5265-2E06-9027-B747-4330407F85FE}"/>
              </a:ext>
            </a:extLst>
          </p:cNvPr>
          <p:cNvSpPr txBox="1"/>
          <p:nvPr/>
        </p:nvSpPr>
        <p:spPr>
          <a:xfrm>
            <a:off x="-1125000" y="697550"/>
            <a:ext cx="1125000" cy="7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TODOS</a:t>
            </a:r>
            <a:endParaRPr sz="20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⏳?m</a:t>
            </a:r>
            <a:endParaRPr sz="20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17815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17"/>
          <p:cNvSpPr txBox="1"/>
          <p:nvPr/>
        </p:nvSpPr>
        <p:spPr>
          <a:xfrm>
            <a:off x="165150" y="123750"/>
            <a:ext cx="66561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pt-BR" sz="3000" b="1" i="0" u="none" strike="noStrike" cap="none">
                <a:solidFill>
                  <a:srgbClr val="020A58"/>
                </a:solidFill>
                <a:latin typeface="Roboto"/>
                <a:ea typeface="Roboto"/>
                <a:cs typeface="Roboto"/>
                <a:sym typeface="Roboto"/>
              </a:rPr>
              <a:t>Avisos</a:t>
            </a:r>
            <a:endParaRPr sz="3000" b="1" i="0" u="none" strike="noStrike" cap="none">
              <a:solidFill>
                <a:srgbClr val="020A5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42" name="Google Shape;742;p17" title="linktr.ee-QR Code-escola_livre_ia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1128" y="1449300"/>
            <a:ext cx="1283400" cy="128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17"/>
          <p:cNvSpPr txBox="1"/>
          <p:nvPr/>
        </p:nvSpPr>
        <p:spPr>
          <a:xfrm>
            <a:off x="2100228" y="1499900"/>
            <a:ext cx="6764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1" i="0" u="none" strike="noStrike" cap="non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Façam parte das nossas comunidades:</a:t>
            </a:r>
            <a:endParaRPr sz="18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chemeClr val="dk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linktr.ee/escola_livre_ia</a:t>
            </a:r>
            <a:endParaRPr sz="10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pic>
        <p:nvPicPr>
          <p:cNvPr id="744" name="Google Shape;744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82153" y="2303350"/>
            <a:ext cx="1921517" cy="42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9" name="Google Shape;74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1150" y="164300"/>
            <a:ext cx="4395251" cy="4208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18"/>
          <p:cNvPicPr preferRelativeResize="0"/>
          <p:nvPr/>
        </p:nvPicPr>
        <p:blipFill rotWithShape="1">
          <a:blip r:embed="rId4">
            <a:alphaModFix/>
          </a:blip>
          <a:srcRect l="41847" t="33795" r="12054" b="34103"/>
          <a:stretch/>
        </p:blipFill>
        <p:spPr>
          <a:xfrm>
            <a:off x="4949525" y="998800"/>
            <a:ext cx="3971676" cy="1651576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18"/>
          <p:cNvSpPr txBox="1"/>
          <p:nvPr/>
        </p:nvSpPr>
        <p:spPr>
          <a:xfrm>
            <a:off x="426750" y="4372794"/>
            <a:ext cx="82905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pt-BR" sz="2600" b="1" i="0" u="none" strike="noStrike" cap="none">
                <a:solidFill>
                  <a:srgbClr val="434343"/>
                </a:solidFill>
                <a:latin typeface="Nunito Sans"/>
                <a:ea typeface="Nunito Sans"/>
                <a:cs typeface="Nunito Sans"/>
                <a:sym typeface="Nunito Sans"/>
              </a:rPr>
              <a:t>Inteligência Artificial ao alcance de todos.</a:t>
            </a:r>
            <a:endParaRPr sz="2600" b="0" i="1" u="none" strike="noStrike" cap="none">
              <a:solidFill>
                <a:srgbClr val="0000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52" name="Google Shape;752;p18"/>
          <p:cNvSpPr txBox="1"/>
          <p:nvPr/>
        </p:nvSpPr>
        <p:spPr>
          <a:xfrm>
            <a:off x="-935100" y="697550"/>
            <a:ext cx="9351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Géo</a:t>
            </a:r>
            <a:endParaRPr sz="20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18"/>
          <p:cNvSpPr txBox="1"/>
          <p:nvPr/>
        </p:nvSpPr>
        <p:spPr>
          <a:xfrm>
            <a:off x="-935100" y="697550"/>
            <a:ext cx="935100" cy="7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Géo</a:t>
            </a:r>
            <a:endParaRPr sz="20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⏳1m</a:t>
            </a:r>
            <a:endParaRPr sz="20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-IA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2933</Words>
  <Application>Microsoft Office PowerPoint</Application>
  <PresentationFormat>Apresentação na tela (16:9)</PresentationFormat>
  <Paragraphs>479</Paragraphs>
  <Slides>26</Slides>
  <Notes>26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27" baseType="lpstr">
      <vt:lpstr>EL-IA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 Utilizando suas Bases Transacionais com IAs Generativas Um exemplo prático e rápido com Semantic Kernel!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Andrea Longarini</dc:creator>
  <cp:lastModifiedBy>Renato Groffe</cp:lastModifiedBy>
  <cp:revision>148</cp:revision>
  <dcterms:modified xsi:type="dcterms:W3CDTF">2025-11-29T14:12:40Z</dcterms:modified>
</cp:coreProperties>
</file>